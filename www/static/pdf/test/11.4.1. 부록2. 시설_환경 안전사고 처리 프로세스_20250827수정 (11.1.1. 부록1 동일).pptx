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84" r:id="rId1"/>
  </p:sldMasterIdLst>
  <p:notesMasterIdLst>
    <p:notesMasterId r:id="rId4"/>
  </p:notesMasterIdLst>
  <p:sldIdLst>
    <p:sldId id="284" r:id="rId2"/>
    <p:sldId id="261" r:id="rId3"/>
  </p:sldIdLst>
  <p:sldSz cx="6858000" cy="9144000" type="screen4x3"/>
  <p:notesSz cx="6797675" cy="9874250"/>
  <p:embeddedFontLst>
    <p:embeddedFont>
      <p:font typeface="HY헤드라인M" panose="02030600000101010101" pitchFamily="18" charset="-127"/>
      <p:regular r:id="rId5"/>
    </p:embeddedFont>
    <p:embeddedFont>
      <p:font typeface="나눔고딕" panose="020D0604000000000000" pitchFamily="50" charset="-127"/>
      <p:regular r:id="rId6"/>
      <p:bold r:id="rId7"/>
    </p:embeddedFont>
    <p:embeddedFont>
      <p:font typeface="나눔스퀘어 네오 OTF Bold" panose="00000800000000000000" pitchFamily="50" charset="-127"/>
      <p:bold r:id="rId8"/>
    </p:embeddedFont>
    <p:embeddedFont>
      <p:font typeface="맑은 고딕" panose="020B0503020000020004" pitchFamily="50" charset="-127"/>
      <p:regular r:id="rId9"/>
      <p:bold r:id="rId10"/>
    </p:embeddedFont>
    <p:embeddedFont>
      <p:font typeface="연세소제목체" panose="02030504000101010101" pitchFamily="18" charset="-127"/>
      <p:regular r:id="rId1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14"/>
    <a:srgbClr val="8D8D8D"/>
    <a:srgbClr val="CBCBCB"/>
    <a:srgbClr val="F2F2F2"/>
    <a:srgbClr val="FFE6B3"/>
    <a:srgbClr val="FFD47D"/>
    <a:srgbClr val="A8B7DF"/>
    <a:srgbClr val="5E5E5E"/>
    <a:srgbClr val="5AB7AC"/>
    <a:srgbClr val="FC92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6" d="100"/>
          <a:sy n="86" d="100"/>
        </p:scale>
        <p:origin x="2928" y="9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tableStyles" Target="tableStyles.xml"/><Relationship Id="rId10" Type="http://schemas.openxmlformats.org/officeDocument/2006/relationships/font" Target="fonts/font6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6400" cy="49576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1"/>
            <a:ext cx="2946400" cy="49576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94EE13-EE8E-4B4F-B33B-E6669A554056}" type="datetimeFigureOut">
              <a:rPr lang="ko-KR" altLang="en-US" smtClean="0"/>
              <a:t>2025-08-27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9475" y="1235075"/>
            <a:ext cx="2498725" cy="3330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52398"/>
            <a:ext cx="5438775" cy="388717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78485"/>
            <a:ext cx="2946400" cy="4957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378485"/>
            <a:ext cx="2946400" cy="4957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235676-5FA0-4B03-B95B-F470BCB6E75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72506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48"/>
          <p:cNvSpPr>
            <a:spLocks noGrp="1" noRot="1" noChangeAspect="1"/>
          </p:cNvSpPr>
          <p:nvPr>
            <p:ph type="sldImg"/>
          </p:nvPr>
        </p:nvSpPr>
        <p:spPr>
          <a:xfrm>
            <a:off x="2278063" y="1136650"/>
            <a:ext cx="2301875" cy="3070225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/>
          <a:p>
            <a:pPr marL="0" indent="0" latinLnBrk="0">
              <a:buFontTx/>
              <a:buNone/>
            </a:pPr>
            <a:endParaRPr lang="ko-KR" altLang="en-US" dirty="0"/>
          </a:p>
        </p:txBody>
      </p:sp>
      <p:sp>
        <p:nvSpPr>
          <p:cNvPr id="3" name="Shape 149"/>
          <p:cNvSpPr txBox="1">
            <a:spLocks noGrp="1"/>
          </p:cNvSpPr>
          <p:nvPr>
            <p:ph type="body" idx="1"/>
          </p:nvPr>
        </p:nvSpPr>
        <p:spPr>
          <a:xfrm>
            <a:off x="914400" y="4319787"/>
            <a:ext cx="5029835" cy="409306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/>
          <a:p>
            <a:pPr marL="0" indent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50665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저자 및 날짜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368620" y="8116570"/>
            <a:ext cx="6121431" cy="432012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square" lIns="50800" tIns="50800" rIns="50800" bIns="50800" numCol="1" anchor="b">
            <a:normAutofit/>
          </a:bodyPr>
          <a:lstStyle>
            <a:lvl1pPr marL="0" indent="0" defTabSz="170163" latinLnBrk="0">
              <a:lnSpc>
                <a:spcPct val="100000"/>
              </a:lnSpc>
              <a:spcBef>
                <a:spcPts val="0"/>
              </a:spcBef>
              <a:buFontTx/>
              <a:buNone/>
              <a:defRPr lang="en-GB" altLang="en-US" sz="695" b="1"/>
            </a:lvl1pPr>
          </a:lstStyle>
          <a:p>
            <a:pPr marL="0" indent="0" latinLnBrk="0">
              <a:buFontTx/>
              <a:buNone/>
            </a:pPr>
            <a:r>
              <a:rPr sz="600"/>
              <a:t>저자 및 날짜</a:t>
            </a:r>
            <a:endParaRPr lang="ko-KR" altLang="en-US" sz="600"/>
          </a:p>
        </p:txBody>
      </p:sp>
      <p:sp>
        <p:nvSpPr>
          <p:cNvPr id="12" name="프레젠테이션 제목"/>
          <p:cNvSpPr txBox="1">
            <a:spLocks noGrp="1"/>
          </p:cNvSpPr>
          <p:nvPr>
            <p:ph type="title" hasCustomPrompt="1"/>
          </p:nvPr>
        </p:nvSpPr>
        <p:spPr>
          <a:xfrm>
            <a:off x="368285" y="1738419"/>
            <a:ext cx="6122101" cy="3095625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square" lIns="50800" tIns="50800" rIns="50800" bIns="50800" numCol="1" anchor="b">
            <a:normAutofit/>
          </a:bodyPr>
          <a:lstStyle>
            <a:lvl1pPr marL="0" indent="0" latinLnBrk="0">
              <a:buFontTx/>
              <a:buNone/>
              <a:defRPr lang="en-GB" altLang="en-US" sz="2733" spc="-50"/>
            </a:lvl1pPr>
          </a:lstStyle>
          <a:p>
            <a:pPr marL="0" indent="0" latinLnBrk="0">
              <a:buFontTx/>
              <a:buNone/>
            </a:pPr>
            <a:r>
              <a:rPr sz="600"/>
              <a:t>프레젠테이션 제목</a:t>
            </a:r>
            <a:endParaRPr lang="ko-KR" altLang="en-US" sz="600"/>
          </a:p>
        </p:txBody>
      </p:sp>
      <p:sp>
        <p:nvSpPr>
          <p:cNvPr id="13" name="본문 첫 번째 줄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368620" y="4786418"/>
            <a:ext cx="6121431" cy="1365462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square" lIns="50800" tIns="50800" rIns="50800" bIns="50800" numCol="1" anchor="t">
            <a:normAutofit/>
          </a:bodyPr>
          <a:lstStyle>
            <a:lvl1pPr marL="0" indent="0" defTabSz="195560" latinLnBrk="0">
              <a:lnSpc>
                <a:spcPct val="100000"/>
              </a:lnSpc>
              <a:spcBef>
                <a:spcPts val="0"/>
              </a:spcBef>
              <a:buFontTx/>
              <a:buNone/>
              <a:defRPr lang="en-GB" altLang="en-US" sz="1267" b="1"/>
            </a:lvl1pPr>
            <a:lvl2pPr marL="0" lvl="1" indent="152385" defTabSz="195560" latinLnBrk="0">
              <a:lnSpc>
                <a:spcPct val="100000"/>
              </a:lnSpc>
              <a:spcBef>
                <a:spcPts val="0"/>
              </a:spcBef>
              <a:buFontTx/>
              <a:buNone/>
              <a:defRPr lang="en-GB" altLang="en-US" sz="1267" b="1"/>
            </a:lvl2pPr>
            <a:lvl3pPr marL="0" lvl="2" indent="304770" defTabSz="195560" latinLnBrk="0">
              <a:lnSpc>
                <a:spcPct val="100000"/>
              </a:lnSpc>
              <a:spcBef>
                <a:spcPts val="0"/>
              </a:spcBef>
              <a:buFontTx/>
              <a:buNone/>
              <a:defRPr lang="en-GB" altLang="en-US" sz="1267" b="1"/>
            </a:lvl3pPr>
            <a:lvl4pPr marL="0" lvl="3" indent="457154" defTabSz="195560" latinLnBrk="0">
              <a:lnSpc>
                <a:spcPct val="100000"/>
              </a:lnSpc>
              <a:spcBef>
                <a:spcPts val="0"/>
              </a:spcBef>
              <a:buFontTx/>
              <a:buNone/>
              <a:defRPr lang="en-GB" altLang="en-US" sz="1267" b="1"/>
            </a:lvl4pPr>
            <a:lvl5pPr marL="0" lvl="4" indent="609539" defTabSz="195560" latinLnBrk="0">
              <a:lnSpc>
                <a:spcPct val="100000"/>
              </a:lnSpc>
              <a:spcBef>
                <a:spcPts val="0"/>
              </a:spcBef>
              <a:buFontTx/>
              <a:buNone/>
              <a:defRPr lang="en-GB" altLang="en-US" sz="1267" b="1"/>
            </a:lvl5pPr>
          </a:lstStyle>
          <a:p>
            <a:pPr marL="0" indent="0" latinLnBrk="0">
              <a:buFontTx/>
              <a:buNone/>
            </a:pPr>
            <a:r>
              <a:rPr sz="600"/>
              <a:t>프레젠테이션 부제</a:t>
            </a:r>
            <a:endParaRPr lang="ko-KR" altLang="en-US" sz="600"/>
          </a:p>
          <a:p>
            <a:pPr marL="0" indent="0" latinLnBrk="0">
              <a:buFontTx/>
              <a:buNone/>
            </a:pPr>
            <a:endParaRPr lang="ko-KR" altLang="en-US" sz="600"/>
          </a:p>
          <a:p>
            <a:pPr marL="0" indent="0" latinLnBrk="0">
              <a:buFontTx/>
              <a:buNone/>
            </a:pPr>
            <a:endParaRPr lang="ko-KR" altLang="en-US" sz="600"/>
          </a:p>
          <a:p>
            <a:pPr marL="0" indent="0" latinLnBrk="0">
              <a:buFontTx/>
              <a:buNone/>
            </a:pPr>
            <a:endParaRPr lang="ko-KR" altLang="en-US" sz="600"/>
          </a:p>
          <a:p>
            <a:pPr marL="0" indent="0" latinLnBrk="0">
              <a:buFontTx/>
              <a:buNone/>
            </a:pPr>
            <a:endParaRPr lang="ko-KR" altLang="en-US" sz="600"/>
          </a:p>
        </p:txBody>
      </p:sp>
      <p:sp>
        <p:nvSpPr>
          <p:cNvPr id="14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3336026" y="8575160"/>
            <a:ext cx="185948" cy="169213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none" lIns="50800" tIns="50800" rIns="50800" bIns="50800" numCol="1" anchor="b">
            <a:spAutoFit/>
          </a:bodyPr>
          <a:lstStyle/>
          <a:p>
            <a:pPr algn="ctr" hangingPunct="0"/>
            <a:fld id="{B9320F77-B9A0-41C5-862A-B4B631284C64}" type="slidenum">
              <a:rPr lang="en-US" altLang="ko-KR" kern="0" smtClean="0">
                <a:sym typeface="Helvetica Neue"/>
              </a:rPr>
              <a:pPr algn="ctr" hangingPunct="0"/>
              <a:t>‹#›</a:t>
            </a:fld>
            <a:endParaRPr lang="ko-KR" altLang="en-US" sz="600" kern="0" dirty="0"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80287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:a14="http://schemas.microsoft.com/office/drawing/2010/main" xmlns:m="http://schemas.openxmlformats.org/officeDocument/2006/math" xmlns=""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 및 사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이미지"/>
          <p:cNvSpPr txBox="1">
            <a:spLocks noGrp="1"/>
          </p:cNvSpPr>
          <p:nvPr>
            <p:ph type="pic" idx="21"/>
          </p:nvPr>
        </p:nvSpPr>
        <p:spPr>
          <a:xfrm>
            <a:off x="-198719" y="-858308"/>
            <a:ext cx="9406167" cy="10014162"/>
          </a:xfrm>
          <a:prstGeom prst="rect">
            <a:avLst/>
          </a:prstGeom>
        </p:spPr>
      </p:sp>
      <p:sp>
        <p:nvSpPr>
          <p:cNvPr id="22" name="프레젠테이션 제목"/>
          <p:cNvSpPr txBox="1">
            <a:spLocks noGrp="1"/>
          </p:cNvSpPr>
          <p:nvPr>
            <p:ph type="title" hasCustomPrompt="1"/>
          </p:nvPr>
        </p:nvSpPr>
        <p:spPr>
          <a:xfrm>
            <a:off x="368620" y="4857750"/>
            <a:ext cx="6121431" cy="3095625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square" lIns="50800" tIns="50800" rIns="50800" bIns="50800" numCol="1" anchor="b">
            <a:normAutofit/>
          </a:bodyPr>
          <a:lstStyle>
            <a:lvl1pPr marL="0" indent="0" latinLnBrk="0">
              <a:buFontTx/>
              <a:buNone/>
              <a:defRPr lang="en-GB" altLang="en-US" sz="2733" spc="-50"/>
            </a:lvl1pPr>
          </a:lstStyle>
          <a:p>
            <a:pPr marL="0" indent="0" latinLnBrk="0">
              <a:buFontTx/>
              <a:buNone/>
            </a:pPr>
            <a:r>
              <a:rPr sz="600"/>
              <a:t>프레젠테이션 제목</a:t>
            </a:r>
            <a:endParaRPr lang="ko-KR" altLang="en-US" sz="600"/>
          </a:p>
        </p:txBody>
      </p:sp>
      <p:sp>
        <p:nvSpPr>
          <p:cNvPr id="23" name="본문 첫 번째 줄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368620" y="7905750"/>
            <a:ext cx="6121431" cy="646642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square" lIns="50800" tIns="50800" rIns="50800" bIns="50800" numCol="1" anchor="t">
            <a:normAutofit lnSpcReduction="20000"/>
          </a:bodyPr>
          <a:lstStyle>
            <a:lvl1pPr marL="0" indent="0" defTabSz="195560" latinLnBrk="0">
              <a:lnSpc>
                <a:spcPct val="100000"/>
              </a:lnSpc>
              <a:spcBef>
                <a:spcPts val="0"/>
              </a:spcBef>
              <a:buFontTx/>
              <a:buNone/>
              <a:defRPr lang="en-GB" altLang="en-US" sz="1267" b="1"/>
            </a:lvl1pPr>
            <a:lvl2pPr marL="0" lvl="1" indent="152385" defTabSz="195560" latinLnBrk="0">
              <a:lnSpc>
                <a:spcPct val="100000"/>
              </a:lnSpc>
              <a:spcBef>
                <a:spcPts val="0"/>
              </a:spcBef>
              <a:buFontTx/>
              <a:buNone/>
              <a:defRPr lang="en-GB" altLang="en-US" sz="1267" b="1"/>
            </a:lvl2pPr>
            <a:lvl3pPr marL="0" lvl="2" indent="304770" defTabSz="195560" latinLnBrk="0">
              <a:lnSpc>
                <a:spcPct val="100000"/>
              </a:lnSpc>
              <a:spcBef>
                <a:spcPts val="0"/>
              </a:spcBef>
              <a:buFontTx/>
              <a:buNone/>
              <a:defRPr lang="en-GB" altLang="en-US" sz="1267" b="1"/>
            </a:lvl3pPr>
            <a:lvl4pPr marL="0" lvl="3" indent="457154" defTabSz="195560" latinLnBrk="0">
              <a:lnSpc>
                <a:spcPct val="100000"/>
              </a:lnSpc>
              <a:spcBef>
                <a:spcPts val="0"/>
              </a:spcBef>
              <a:buFontTx/>
              <a:buNone/>
              <a:defRPr lang="en-GB" altLang="en-US" sz="1267" b="1"/>
            </a:lvl4pPr>
            <a:lvl5pPr marL="0" lvl="4" indent="609539" defTabSz="195560" latinLnBrk="0">
              <a:lnSpc>
                <a:spcPct val="100000"/>
              </a:lnSpc>
              <a:spcBef>
                <a:spcPts val="0"/>
              </a:spcBef>
              <a:buFontTx/>
              <a:buNone/>
              <a:defRPr lang="en-GB" altLang="en-US" sz="1267" b="1"/>
            </a:lvl5pPr>
          </a:lstStyle>
          <a:p>
            <a:pPr marL="0" indent="0" latinLnBrk="0">
              <a:buFontTx/>
              <a:buNone/>
            </a:pPr>
            <a:r>
              <a:rPr sz="600"/>
              <a:t>프레젠테이션 부제</a:t>
            </a:r>
            <a:endParaRPr lang="ko-KR" altLang="en-US" sz="600"/>
          </a:p>
          <a:p>
            <a:pPr marL="0" indent="0" latinLnBrk="0">
              <a:buFontTx/>
              <a:buNone/>
            </a:pPr>
            <a:endParaRPr lang="ko-KR" altLang="en-US" sz="600"/>
          </a:p>
          <a:p>
            <a:pPr marL="0" indent="0" latinLnBrk="0">
              <a:buFontTx/>
              <a:buNone/>
            </a:pPr>
            <a:endParaRPr lang="ko-KR" altLang="en-US" sz="600"/>
          </a:p>
          <a:p>
            <a:pPr marL="0" indent="0" latinLnBrk="0">
              <a:buFontTx/>
              <a:buNone/>
            </a:pPr>
            <a:endParaRPr lang="ko-KR" altLang="en-US" sz="600"/>
          </a:p>
          <a:p>
            <a:pPr marL="0" indent="0" latinLnBrk="0">
              <a:buFontTx/>
              <a:buNone/>
            </a:pPr>
            <a:endParaRPr lang="ko-KR" altLang="en-US" sz="600"/>
          </a:p>
        </p:txBody>
      </p:sp>
      <p:sp>
        <p:nvSpPr>
          <p:cNvPr id="24" name="저자 및 날짜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368620" y="535940"/>
            <a:ext cx="6121431" cy="432012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square" lIns="50800" tIns="50800" rIns="50800" bIns="50800" numCol="1" anchor="t">
            <a:normAutofit/>
          </a:bodyPr>
          <a:lstStyle>
            <a:lvl1pPr marL="0" indent="0" defTabSz="170163" latinLnBrk="0">
              <a:lnSpc>
                <a:spcPct val="100000"/>
              </a:lnSpc>
              <a:spcBef>
                <a:spcPts val="0"/>
              </a:spcBef>
              <a:buFontTx/>
              <a:buNone/>
              <a:defRPr lang="en-GB" altLang="en-US" sz="695" b="1"/>
            </a:lvl1pPr>
          </a:lstStyle>
          <a:p>
            <a:pPr marL="0" indent="0" latinLnBrk="0">
              <a:buFontTx/>
              <a:buNone/>
            </a:pPr>
            <a:r>
              <a:rPr sz="600"/>
              <a:t>저자 및 날짜</a:t>
            </a:r>
            <a:endParaRPr lang="ko-KR" altLang="en-US" sz="600"/>
          </a:p>
        </p:txBody>
      </p:sp>
      <p:sp>
        <p:nvSpPr>
          <p:cNvPr id="25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3334350" y="8575160"/>
            <a:ext cx="185948" cy="169213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none" lIns="50800" tIns="50800" rIns="50800" bIns="50800" numCol="1" anchor="b">
            <a:spAutoFit/>
          </a:bodyPr>
          <a:lstStyle/>
          <a:p>
            <a:pPr algn="ctr" hangingPunct="0"/>
            <a:fld id="{B9320F77-B9A0-41C5-862A-B4B631284C64}" type="slidenum">
              <a:rPr lang="en-US" altLang="ko-KR" kern="0" smtClean="0">
                <a:sym typeface="Helvetica Neue"/>
              </a:rPr>
              <a:pPr algn="ctr" hangingPunct="0"/>
              <a:t>‹#›</a:t>
            </a:fld>
            <a:endParaRPr lang="ko-KR" altLang="en-US" sz="600" kern="0" dirty="0"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160346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:a14="http://schemas.microsoft.com/office/drawing/2010/main" xmlns:m="http://schemas.openxmlformats.org/officeDocument/2006/math" xmlns=""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 및 사진 대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910457886_1434x1669.jpeg"/>
          <p:cNvSpPr txBox="1">
            <a:spLocks noGrp="1"/>
          </p:cNvSpPr>
          <p:nvPr>
            <p:ph type="pic" idx="21"/>
          </p:nvPr>
        </p:nvSpPr>
        <p:spPr>
          <a:xfrm>
            <a:off x="2805530" y="463974"/>
            <a:ext cx="3978076" cy="8231505"/>
          </a:xfrm>
          <a:prstGeom prst="rect">
            <a:avLst/>
          </a:prstGeom>
        </p:spPr>
      </p:sp>
      <p:sp>
        <p:nvSpPr>
          <p:cNvPr id="33" name="본문 첫 번째 줄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368285" y="4690745"/>
            <a:ext cx="2692599" cy="3791585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square" lIns="50800" tIns="50800" rIns="50800" bIns="50800" numCol="1" anchor="t">
            <a:normAutofit/>
          </a:bodyPr>
          <a:lstStyle>
            <a:lvl1pPr marL="0" indent="0" defTabSz="195560" latinLnBrk="0">
              <a:lnSpc>
                <a:spcPct val="100000"/>
              </a:lnSpc>
              <a:spcBef>
                <a:spcPts val="0"/>
              </a:spcBef>
              <a:buFontTx/>
              <a:buNone/>
              <a:defRPr lang="en-GB" altLang="en-US" sz="1267" b="1"/>
            </a:lvl1pPr>
            <a:lvl2pPr marL="0" lvl="1" indent="152385" defTabSz="195560" latinLnBrk="0">
              <a:lnSpc>
                <a:spcPct val="100000"/>
              </a:lnSpc>
              <a:spcBef>
                <a:spcPts val="0"/>
              </a:spcBef>
              <a:buFontTx/>
              <a:buNone/>
              <a:defRPr lang="en-GB" altLang="en-US" sz="1267" b="1"/>
            </a:lvl2pPr>
            <a:lvl3pPr marL="0" lvl="2" indent="304770" defTabSz="195560" latinLnBrk="0">
              <a:lnSpc>
                <a:spcPct val="100000"/>
              </a:lnSpc>
              <a:spcBef>
                <a:spcPts val="0"/>
              </a:spcBef>
              <a:buFontTx/>
              <a:buNone/>
              <a:defRPr lang="en-GB" altLang="en-US" sz="1267" b="1"/>
            </a:lvl3pPr>
            <a:lvl4pPr marL="0" lvl="3" indent="457154" defTabSz="195560" latinLnBrk="0">
              <a:lnSpc>
                <a:spcPct val="100000"/>
              </a:lnSpc>
              <a:spcBef>
                <a:spcPts val="0"/>
              </a:spcBef>
              <a:buFontTx/>
              <a:buNone/>
              <a:defRPr lang="en-GB" altLang="en-US" sz="1267" b="1"/>
            </a:lvl4pPr>
            <a:lvl5pPr marL="0" lvl="4" indent="609539" defTabSz="195560" latinLnBrk="0">
              <a:lnSpc>
                <a:spcPct val="100000"/>
              </a:lnSpc>
              <a:spcBef>
                <a:spcPts val="0"/>
              </a:spcBef>
              <a:buFontTx/>
              <a:buNone/>
              <a:defRPr lang="en-GB" altLang="en-US" sz="1267" b="1"/>
            </a:lvl5pPr>
          </a:lstStyle>
          <a:p>
            <a:pPr marL="0" indent="0" latinLnBrk="0">
              <a:buFontTx/>
              <a:buNone/>
            </a:pPr>
            <a:r>
              <a:rPr sz="600"/>
              <a:t>슬라이드 부제</a:t>
            </a:r>
            <a:endParaRPr lang="ko-KR" altLang="en-US" sz="600"/>
          </a:p>
          <a:p>
            <a:pPr marL="0" indent="0" latinLnBrk="0">
              <a:buFontTx/>
              <a:buNone/>
            </a:pPr>
            <a:endParaRPr lang="ko-KR" altLang="en-US" sz="600"/>
          </a:p>
          <a:p>
            <a:pPr marL="0" indent="0" latinLnBrk="0">
              <a:buFontTx/>
              <a:buNone/>
            </a:pPr>
            <a:endParaRPr lang="ko-KR" altLang="en-US" sz="600"/>
          </a:p>
          <a:p>
            <a:pPr marL="0" indent="0" latinLnBrk="0">
              <a:buFontTx/>
              <a:buNone/>
            </a:pPr>
            <a:endParaRPr lang="ko-KR" altLang="en-US" sz="600"/>
          </a:p>
          <a:p>
            <a:pPr marL="0" indent="0" latinLnBrk="0">
              <a:buFontTx/>
              <a:buNone/>
            </a:pPr>
            <a:endParaRPr lang="ko-KR" altLang="en-US" sz="600"/>
          </a:p>
        </p:txBody>
      </p:sp>
      <p:sp>
        <p:nvSpPr>
          <p:cNvPr id="34" name="슬라이드 제목"/>
          <p:cNvSpPr txBox="1">
            <a:spLocks noGrp="1"/>
          </p:cNvSpPr>
          <p:nvPr>
            <p:ph type="title" hasCustomPrompt="1"/>
          </p:nvPr>
        </p:nvSpPr>
        <p:spPr>
          <a:xfrm>
            <a:off x="368285" y="649182"/>
            <a:ext cx="2692599" cy="4112895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square" lIns="50800" tIns="50800" rIns="50800" bIns="50800" numCol="1" anchor="b">
            <a:normAutofit/>
          </a:bodyPr>
          <a:lstStyle>
            <a:lvl1pPr marL="0" indent="0" latinLnBrk="0">
              <a:buFontTx/>
              <a:buNone/>
              <a:defRPr/>
            </a:lvl1pPr>
          </a:lstStyle>
          <a:p>
            <a:pPr marL="0" indent="0" latinLnBrk="0">
              <a:buFontTx/>
              <a:buNone/>
            </a:pPr>
            <a:r>
              <a:rPr sz="600"/>
              <a:t>슬라이드 제목</a:t>
            </a:r>
            <a:endParaRPr lang="ko-KR" altLang="en-US" sz="600"/>
          </a:p>
        </p:txBody>
      </p:sp>
      <p:sp>
        <p:nvSpPr>
          <p:cNvPr id="35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3334685" y="8575372"/>
            <a:ext cx="185948" cy="169213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none" lIns="50800" tIns="50800" rIns="50800" bIns="50800" numCol="1" anchor="b">
            <a:spAutoFit/>
          </a:bodyPr>
          <a:lstStyle/>
          <a:p>
            <a:pPr algn="ctr" hangingPunct="0"/>
            <a:fld id="{B9320F77-B9A0-41C5-862A-B4B631284C64}" type="slidenum">
              <a:rPr lang="en-US" altLang="ko-KR" kern="0" smtClean="0">
                <a:sym typeface="Helvetica Neue"/>
              </a:rPr>
              <a:pPr algn="ctr" hangingPunct="0"/>
              <a:t>‹#›</a:t>
            </a:fld>
            <a:endParaRPr lang="ko-KR" altLang="en-US" sz="600" kern="0" dirty="0"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093563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:a14="http://schemas.microsoft.com/office/drawing/2010/main" xmlns:m="http://schemas.openxmlformats.org/officeDocument/2006/math" xmlns=""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 및 구분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본문 첫 번째 줄…"/>
          <p:cNvSpPr txBox="1">
            <a:spLocks noGrp="1"/>
          </p:cNvSpPr>
          <p:nvPr>
            <p:ph type="body" idx="1" hasCustomPrompt="1"/>
          </p:nvPr>
        </p:nvSpPr>
        <p:spPr>
          <a:xfrm>
            <a:off x="368285" y="2773892"/>
            <a:ext cx="6122101" cy="5715635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square" lIns="50800" tIns="50800" rIns="50800" bIns="50800" numCol="1" anchor="t">
            <a:normAutofit/>
          </a:bodyPr>
          <a:lstStyle>
            <a:lvl1pPr marL="114289" indent="-114289" latinLnBrk="0">
              <a:buClr>
                <a:srgbClr val="5E5E5E"/>
              </a:buClr>
              <a:buFont typeface="Arial"/>
              <a:buChar char="0"/>
              <a:defRPr/>
            </a:lvl1pPr>
          </a:lstStyle>
          <a:p>
            <a:pPr marL="342900" indent="-342900" latinLnBrk="0">
              <a:buClr>
                <a:srgbClr val="5E5E5E"/>
              </a:buClr>
              <a:buFont typeface="Arial"/>
              <a:buChar char="0"/>
            </a:pPr>
            <a:r>
              <a:rPr sz="600"/>
              <a:t>슬라이드 구분점 텍스트</a:t>
            </a:r>
            <a:endParaRPr lang="ko-KR" altLang="en-US" sz="600"/>
          </a:p>
          <a:p>
            <a:pPr marL="342900" indent="-342900" latinLnBrk="0"/>
            <a:endParaRPr lang="ko-KR" altLang="en-US" sz="600"/>
          </a:p>
          <a:p>
            <a:pPr marL="342900" indent="-342900" latinLnBrk="0"/>
            <a:endParaRPr lang="ko-KR" altLang="en-US" sz="600"/>
          </a:p>
          <a:p>
            <a:pPr marL="342900" indent="-342900" latinLnBrk="0"/>
            <a:endParaRPr lang="ko-KR" altLang="en-US" sz="600"/>
          </a:p>
          <a:p>
            <a:pPr marL="342900" indent="-342900" latinLnBrk="0"/>
            <a:endParaRPr lang="ko-KR" altLang="en-US" sz="600"/>
          </a:p>
        </p:txBody>
      </p:sp>
      <p:sp>
        <p:nvSpPr>
          <p:cNvPr id="43" name="슬라이드 부제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368620" y="1324610"/>
            <a:ext cx="6121431" cy="629708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square" lIns="50800" tIns="50800" rIns="50800" bIns="50800" numCol="1" anchor="t">
            <a:normAutofit/>
          </a:bodyPr>
          <a:lstStyle>
            <a:lvl1pPr marL="0" indent="0" defTabSz="182015" latinLnBrk="0">
              <a:lnSpc>
                <a:spcPct val="100000"/>
              </a:lnSpc>
              <a:spcBef>
                <a:spcPts val="0"/>
              </a:spcBef>
              <a:buFontTx/>
              <a:buNone/>
              <a:defRPr lang="en-GB" altLang="en-US" sz="1176" b="1"/>
            </a:lvl1pPr>
          </a:lstStyle>
          <a:p>
            <a:pPr marL="0" indent="0" latinLnBrk="0">
              <a:buFontTx/>
              <a:buNone/>
            </a:pPr>
            <a:r>
              <a:rPr sz="600"/>
              <a:t>슬라이드 부제</a:t>
            </a:r>
            <a:endParaRPr lang="ko-KR" altLang="en-US" sz="600"/>
          </a:p>
        </p:txBody>
      </p:sp>
      <p:sp>
        <p:nvSpPr>
          <p:cNvPr id="44" name="슬라이드 제목"/>
          <p:cNvSpPr txBox="1">
            <a:spLocks noGrp="1"/>
          </p:cNvSpPr>
          <p:nvPr>
            <p:ph type="title" hasCustomPrompt="1"/>
          </p:nvPr>
        </p:nvSpPr>
        <p:spPr>
          <a:xfrm>
            <a:off x="368285" y="412327"/>
            <a:ext cx="6122101" cy="953135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square" lIns="50800" tIns="50800" rIns="50800" bIns="50800" numCol="1" anchor="t">
            <a:normAutofit/>
          </a:bodyPr>
          <a:lstStyle>
            <a:lvl1pPr marL="0" indent="0" latinLnBrk="0">
              <a:buFontTx/>
              <a:buNone/>
              <a:defRPr/>
            </a:lvl1pPr>
          </a:lstStyle>
          <a:p>
            <a:pPr marL="0" indent="0" latinLnBrk="0">
              <a:buFontTx/>
              <a:buNone/>
            </a:pPr>
            <a:r>
              <a:rPr sz="600"/>
              <a:t>슬라이드 제목</a:t>
            </a:r>
            <a:endParaRPr lang="ko-KR" altLang="en-US" sz="600"/>
          </a:p>
        </p:txBody>
      </p:sp>
      <p:sp>
        <p:nvSpPr>
          <p:cNvPr id="45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3334685" y="8575372"/>
            <a:ext cx="185948" cy="169213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none" lIns="50800" tIns="50800" rIns="50800" bIns="50800" numCol="1" anchor="b">
            <a:spAutoFit/>
          </a:bodyPr>
          <a:lstStyle/>
          <a:p>
            <a:pPr algn="ctr" hangingPunct="0"/>
            <a:fld id="{B9320F77-B9A0-41C5-862A-B4B631284C64}" type="slidenum">
              <a:rPr lang="en-US" altLang="ko-KR" kern="0" smtClean="0">
                <a:sym typeface="Helvetica Neue"/>
              </a:rPr>
              <a:pPr algn="ctr" hangingPunct="0"/>
              <a:t>‹#›</a:t>
            </a:fld>
            <a:endParaRPr lang="ko-KR" altLang="en-US" sz="600" kern="0" dirty="0"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466804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:a14="http://schemas.microsoft.com/office/drawing/2010/main" xmlns:m="http://schemas.openxmlformats.org/officeDocument/2006/math" xmlns="">
      <p:transition spd="slow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구분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본문 첫 번째 줄…"/>
          <p:cNvSpPr txBox="1">
            <a:spLocks noGrp="1"/>
          </p:cNvSpPr>
          <p:nvPr>
            <p:ph type="body" idx="1" hasCustomPrompt="1"/>
          </p:nvPr>
        </p:nvSpPr>
        <p:spPr>
          <a:xfrm>
            <a:off x="368285" y="2773892"/>
            <a:ext cx="6122101" cy="5715635"/>
          </a:xfrm>
          <a:ln w="12700" cap="flat" cmpd="sng">
            <a:prstDash/>
            <a:miter lim="800000"/>
          </a:ln>
        </p:spPr>
        <p:txBody>
          <a:bodyPr vert="horz" wrap="square" lIns="50800" tIns="50800" rIns="50800" bIns="50800" numCol="2" anchor="t">
            <a:normAutofit/>
          </a:bodyPr>
          <a:lstStyle>
            <a:lvl1pPr marL="114289" indent="-114289" latinLnBrk="0">
              <a:buClr>
                <a:srgbClr val="5E5E5E"/>
              </a:buClr>
              <a:buFont typeface="Arial"/>
              <a:buChar char="0"/>
              <a:defRPr/>
            </a:lvl1pPr>
          </a:lstStyle>
          <a:p>
            <a:pPr marL="342900" indent="-342900" latinLnBrk="0">
              <a:buClr>
                <a:srgbClr val="5E5E5E"/>
              </a:buClr>
              <a:buFont typeface="Arial"/>
              <a:buChar char="0"/>
            </a:pPr>
            <a:r>
              <a:t>슬라이드 구분점 텍스트</a:t>
            </a:r>
            <a:endParaRPr lang="ko-KR" altLang="en-US"/>
          </a:p>
          <a:p>
            <a:pPr marL="247625" lvl="1" indent="-95240" latinLnBrk="0"/>
            <a:endParaRPr lang="ko-KR" altLang="en-US"/>
          </a:p>
          <a:p>
            <a:pPr marL="380962" lvl="2" indent="-76192" latinLnBrk="0"/>
            <a:endParaRPr lang="ko-KR" altLang="en-US"/>
          </a:p>
          <a:p>
            <a:pPr marL="533347" lvl="3" indent="-76192" latinLnBrk="0"/>
            <a:endParaRPr lang="ko-KR" altLang="en-US"/>
          </a:p>
          <a:p>
            <a:pPr marL="685731" lvl="4" indent="-76192" latinLnBrk="0"/>
            <a:endParaRPr lang="ko-KR" altLang="en-US"/>
          </a:p>
        </p:txBody>
      </p:sp>
      <p:sp>
        <p:nvSpPr>
          <p:cNvPr id="53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3334685" y="8575372"/>
            <a:ext cx="185948" cy="169213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none" lIns="50800" tIns="50800" rIns="50800" bIns="50800" numCol="1" anchor="b">
            <a:spAutoFit/>
          </a:bodyPr>
          <a:lstStyle/>
          <a:p>
            <a:pPr algn="ctr" hangingPunct="0"/>
            <a:fld id="{B9320F77-B9A0-41C5-862A-B4B631284C64}" type="slidenum">
              <a:rPr lang="en-US" altLang="ko-KR" kern="0" smtClean="0">
                <a:sym typeface="Helvetica Neue"/>
              </a:rPr>
              <a:pPr algn="ctr" hangingPunct="0"/>
              <a:t>‹#›</a:t>
            </a:fld>
            <a:endParaRPr lang="ko-KR" altLang="en-US" sz="600" kern="0" dirty="0"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790389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:a14="http://schemas.microsoft.com/office/drawing/2010/main" xmlns:m="http://schemas.openxmlformats.org/officeDocument/2006/math" xmlns="">
      <p:transition spd="slow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, 구분점 및 사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660384004_1290x1720.jpeg"/>
          <p:cNvSpPr txBox="1">
            <a:spLocks noGrp="1"/>
          </p:cNvSpPr>
          <p:nvPr>
            <p:ph type="pic" idx="21"/>
          </p:nvPr>
        </p:nvSpPr>
        <p:spPr>
          <a:xfrm>
            <a:off x="3254576" y="559647"/>
            <a:ext cx="3401018" cy="8060478"/>
          </a:xfrm>
          <a:prstGeom prst="rect">
            <a:avLst/>
          </a:prstGeom>
        </p:spPr>
      </p:sp>
      <p:sp>
        <p:nvSpPr>
          <p:cNvPr id="61" name="슬라이드 제목"/>
          <p:cNvSpPr txBox="1">
            <a:spLocks noGrp="1"/>
          </p:cNvSpPr>
          <p:nvPr>
            <p:ph type="title" hasCustomPrompt="1"/>
          </p:nvPr>
        </p:nvSpPr>
        <p:spPr>
          <a:xfrm>
            <a:off x="368285" y="416560"/>
            <a:ext cx="2692599" cy="952712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square" lIns="50800" tIns="50800" rIns="50800" bIns="50800" numCol="1" anchor="t">
            <a:normAutofit/>
          </a:bodyPr>
          <a:lstStyle>
            <a:lvl1pPr marL="0" indent="0" latinLnBrk="0">
              <a:buFontTx/>
              <a:buNone/>
              <a:defRPr/>
            </a:lvl1pPr>
          </a:lstStyle>
          <a:p>
            <a:pPr marL="0" indent="0" latinLnBrk="0">
              <a:buFontTx/>
              <a:buNone/>
            </a:pPr>
            <a:r>
              <a:rPr sz="600"/>
              <a:t>슬라이드 제목</a:t>
            </a:r>
            <a:endParaRPr lang="ko-KR" altLang="en-US" sz="600"/>
          </a:p>
        </p:txBody>
      </p:sp>
      <p:sp>
        <p:nvSpPr>
          <p:cNvPr id="62" name="슬라이드 부제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368285" y="1324610"/>
            <a:ext cx="2692599" cy="629708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square" lIns="50800" tIns="50800" rIns="50800" bIns="50800" numCol="1" anchor="t">
            <a:normAutofit/>
          </a:bodyPr>
          <a:lstStyle>
            <a:lvl1pPr marL="0" indent="0" defTabSz="182015" latinLnBrk="0">
              <a:lnSpc>
                <a:spcPct val="100000"/>
              </a:lnSpc>
              <a:spcBef>
                <a:spcPts val="0"/>
              </a:spcBef>
              <a:buFontTx/>
              <a:buNone/>
              <a:defRPr lang="en-GB" altLang="en-US" sz="1176" b="1"/>
            </a:lvl1pPr>
          </a:lstStyle>
          <a:p>
            <a:pPr marL="0" indent="0" latinLnBrk="0">
              <a:buFontTx/>
              <a:buNone/>
            </a:pPr>
            <a:r>
              <a:rPr sz="600"/>
              <a:t>슬라이드 부제</a:t>
            </a:r>
            <a:endParaRPr lang="ko-KR" altLang="en-US" sz="600"/>
          </a:p>
        </p:txBody>
      </p:sp>
      <p:sp>
        <p:nvSpPr>
          <p:cNvPr id="63" name="본문 첫 번째 줄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368285" y="3262842"/>
            <a:ext cx="2692599" cy="5243618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square" lIns="50800" tIns="50800" rIns="50800" bIns="50800" numCol="1" anchor="t">
            <a:normAutofit/>
          </a:bodyPr>
          <a:lstStyle>
            <a:lvl1pPr marL="114289" indent="-114289" latinLnBrk="0">
              <a:buClr>
                <a:srgbClr val="5E5E5E"/>
              </a:buClr>
              <a:buFont typeface="Arial"/>
              <a:buChar char="0"/>
              <a:defRPr/>
            </a:lvl1pPr>
          </a:lstStyle>
          <a:p>
            <a:pPr marL="342900" indent="-342900" latinLnBrk="0">
              <a:buClr>
                <a:srgbClr val="5E5E5E"/>
              </a:buClr>
              <a:buFont typeface="Arial"/>
              <a:buChar char="0"/>
            </a:pPr>
            <a:r>
              <a:rPr sz="600"/>
              <a:t>슬라이드 구분점 텍스트</a:t>
            </a:r>
            <a:endParaRPr lang="ko-KR" altLang="en-US" sz="600"/>
          </a:p>
          <a:p>
            <a:pPr marL="342900" indent="-342900" latinLnBrk="0"/>
            <a:endParaRPr lang="ko-KR" altLang="en-US" sz="600"/>
          </a:p>
          <a:p>
            <a:pPr marL="342900" indent="-342900" latinLnBrk="0"/>
            <a:endParaRPr lang="ko-KR" altLang="en-US" sz="600"/>
          </a:p>
          <a:p>
            <a:pPr marL="342900" indent="-342900" latinLnBrk="0"/>
            <a:endParaRPr lang="ko-KR" altLang="en-US" sz="600"/>
          </a:p>
          <a:p>
            <a:pPr marL="342900" indent="-342900" latinLnBrk="0"/>
            <a:endParaRPr lang="ko-KR" altLang="en-US" sz="600"/>
          </a:p>
        </p:txBody>
      </p:sp>
      <p:sp>
        <p:nvSpPr>
          <p:cNvPr id="64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3334685" y="8575372"/>
            <a:ext cx="185948" cy="169213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none" lIns="50800" tIns="50800" rIns="50800" bIns="50800" numCol="1" anchor="b">
            <a:spAutoFit/>
          </a:bodyPr>
          <a:lstStyle/>
          <a:p>
            <a:pPr algn="ctr" hangingPunct="0"/>
            <a:fld id="{B9320F77-B9A0-41C5-862A-B4B631284C64}" type="slidenum">
              <a:rPr lang="en-US" altLang="ko-KR" kern="0" smtClean="0">
                <a:sym typeface="Helvetica Neue"/>
              </a:rPr>
              <a:pPr algn="ctr" hangingPunct="0"/>
              <a:t>‹#›</a:t>
            </a:fld>
            <a:endParaRPr lang="ko-KR" altLang="en-US" sz="600" kern="0" dirty="0"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4101453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:a14="http://schemas.microsoft.com/office/drawing/2010/main" xmlns:m="http://schemas.openxmlformats.org/officeDocument/2006/math" xmlns="">
      <p:transition spd="slow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섹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섹션 제목"/>
          <p:cNvSpPr txBox="1">
            <a:spLocks noGrp="1"/>
          </p:cNvSpPr>
          <p:nvPr>
            <p:ph type="title" hasCustomPrompt="1"/>
          </p:nvPr>
        </p:nvSpPr>
        <p:spPr>
          <a:xfrm>
            <a:off x="368620" y="3024294"/>
            <a:ext cx="6121431" cy="3095625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square" lIns="50800" tIns="50800" rIns="50800" bIns="50800" numCol="1" anchor="ctr">
            <a:normAutofit/>
          </a:bodyPr>
          <a:lstStyle>
            <a:lvl1pPr marL="0" indent="0" latinLnBrk="0">
              <a:buFontTx/>
              <a:buNone/>
              <a:defRPr lang="en-GB" altLang="en-US" sz="2733" b="0" spc="-50">
                <a:latin typeface="Helvetica Neue Medium" charset="0"/>
                <a:ea typeface="Helvetica Neue Medium" charset="0"/>
                <a:cs typeface="Helvetica Neue Medium" charset="0"/>
              </a:defRPr>
            </a:lvl1pPr>
          </a:lstStyle>
          <a:p>
            <a:pPr marL="0" indent="0" latinLnBrk="0">
              <a:buFontTx/>
              <a:buNone/>
            </a:pPr>
            <a:r>
              <a:rPr sz="600"/>
              <a:t>섹션 제목</a:t>
            </a:r>
            <a:endParaRPr lang="ko-KR" altLang="en-US" sz="600"/>
          </a:p>
        </p:txBody>
      </p:sp>
      <p:sp>
        <p:nvSpPr>
          <p:cNvPr id="72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3334685" y="8575372"/>
            <a:ext cx="185948" cy="169213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none" lIns="50800" tIns="50800" rIns="50800" bIns="50800" numCol="1" anchor="b">
            <a:spAutoFit/>
          </a:bodyPr>
          <a:lstStyle/>
          <a:p>
            <a:pPr algn="ctr" hangingPunct="0"/>
            <a:fld id="{B9320F77-B9A0-41C5-862A-B4B631284C64}" type="slidenum">
              <a:rPr lang="en-US" altLang="ko-KR" kern="0" smtClean="0">
                <a:sym typeface="Helvetica Neue"/>
              </a:rPr>
              <a:pPr algn="ctr" hangingPunct="0"/>
              <a:t>‹#›</a:t>
            </a:fld>
            <a:endParaRPr lang="ko-KR" altLang="en-US" sz="600" kern="0" dirty="0"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586161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:a14="http://schemas.microsoft.com/office/drawing/2010/main" xmlns:m="http://schemas.openxmlformats.org/officeDocument/2006/math" xmlns="">
      <p:transition spd="slow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 전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슬라이드 제목"/>
          <p:cNvSpPr txBox="1">
            <a:spLocks noGrp="1"/>
          </p:cNvSpPr>
          <p:nvPr>
            <p:ph type="title" hasCustomPrompt="1"/>
          </p:nvPr>
        </p:nvSpPr>
        <p:spPr>
          <a:xfrm>
            <a:off x="368285" y="412327"/>
            <a:ext cx="6122101" cy="953135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square" lIns="50800" tIns="50800" rIns="50800" bIns="50800" numCol="1" anchor="t">
            <a:normAutofit/>
          </a:bodyPr>
          <a:lstStyle>
            <a:lvl1pPr marL="0" indent="0" latinLnBrk="0">
              <a:buFontTx/>
              <a:buNone/>
              <a:defRPr/>
            </a:lvl1pPr>
          </a:lstStyle>
          <a:p>
            <a:pPr marL="0" indent="0" latinLnBrk="0">
              <a:buFontTx/>
              <a:buNone/>
            </a:pPr>
            <a:r>
              <a:rPr sz="600"/>
              <a:t>슬라이드 제목</a:t>
            </a:r>
            <a:endParaRPr lang="ko-KR" altLang="en-US" sz="600"/>
          </a:p>
        </p:txBody>
      </p:sp>
      <p:sp>
        <p:nvSpPr>
          <p:cNvPr id="80" name="슬라이드 부제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368620" y="1324610"/>
            <a:ext cx="6121431" cy="629708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square" lIns="50800" tIns="50800" rIns="50800" bIns="50800" numCol="1" anchor="t">
            <a:normAutofit/>
          </a:bodyPr>
          <a:lstStyle>
            <a:lvl1pPr marL="0" indent="0" defTabSz="182015" latinLnBrk="0">
              <a:lnSpc>
                <a:spcPct val="100000"/>
              </a:lnSpc>
              <a:spcBef>
                <a:spcPts val="0"/>
              </a:spcBef>
              <a:buFontTx/>
              <a:buNone/>
              <a:defRPr lang="en-GB" altLang="en-US" sz="1176" b="1"/>
            </a:lvl1pPr>
          </a:lstStyle>
          <a:p>
            <a:pPr marL="0" indent="0" latinLnBrk="0">
              <a:buFontTx/>
              <a:buNone/>
            </a:pPr>
            <a:r>
              <a:rPr sz="600"/>
              <a:t>슬라이드 부제</a:t>
            </a:r>
            <a:endParaRPr lang="ko-KR" altLang="en-US" sz="600"/>
          </a:p>
        </p:txBody>
      </p:sp>
      <p:sp>
        <p:nvSpPr>
          <p:cNvPr id="81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3334685" y="8575372"/>
            <a:ext cx="185948" cy="169213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none" lIns="50800" tIns="50800" rIns="50800" bIns="50800" numCol="1" anchor="b">
            <a:spAutoFit/>
          </a:bodyPr>
          <a:lstStyle/>
          <a:p>
            <a:pPr algn="ctr" hangingPunct="0"/>
            <a:fld id="{B9320F77-B9A0-41C5-862A-B4B631284C64}" type="slidenum">
              <a:rPr lang="en-US" altLang="ko-KR" kern="0" smtClean="0">
                <a:sym typeface="Helvetica Neue"/>
              </a:rPr>
              <a:pPr algn="ctr" hangingPunct="0"/>
              <a:t>‹#›</a:t>
            </a:fld>
            <a:endParaRPr lang="ko-KR" altLang="en-US" sz="600" kern="0" dirty="0"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881626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:a14="http://schemas.microsoft.com/office/drawing/2010/main" xmlns:m="http://schemas.openxmlformats.org/officeDocument/2006/math" xmlns="">
      <p:transition spd="slow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의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의제 제목"/>
          <p:cNvSpPr txBox="1">
            <a:spLocks noGrp="1"/>
          </p:cNvSpPr>
          <p:nvPr>
            <p:ph type="title" hasCustomPrompt="1"/>
          </p:nvPr>
        </p:nvSpPr>
        <p:spPr>
          <a:xfrm>
            <a:off x="368620" y="416560"/>
            <a:ext cx="6121431" cy="952712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square" lIns="50800" tIns="50800" rIns="50800" bIns="50800" numCol="1" anchor="t">
            <a:normAutofit/>
          </a:bodyPr>
          <a:lstStyle>
            <a:lvl1pPr marL="0" indent="0" latinLnBrk="0">
              <a:buFontTx/>
              <a:buNone/>
              <a:defRPr/>
            </a:lvl1pPr>
          </a:lstStyle>
          <a:p>
            <a:pPr marL="0" indent="0" latinLnBrk="0">
              <a:buFontTx/>
              <a:buNone/>
            </a:pPr>
            <a:r>
              <a:rPr sz="600"/>
              <a:t>의제 제목</a:t>
            </a:r>
            <a:endParaRPr lang="ko-KR" altLang="en-US" sz="600"/>
          </a:p>
        </p:txBody>
      </p:sp>
      <p:sp>
        <p:nvSpPr>
          <p:cNvPr id="89" name="의제 부제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368620" y="1321647"/>
            <a:ext cx="6121431" cy="629708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square" lIns="50800" tIns="50800" rIns="50800" bIns="50800" numCol="1" anchor="t">
            <a:normAutofit/>
          </a:bodyPr>
          <a:lstStyle>
            <a:lvl1pPr marL="0" indent="0" defTabSz="182015" latinLnBrk="0">
              <a:lnSpc>
                <a:spcPct val="100000"/>
              </a:lnSpc>
              <a:spcBef>
                <a:spcPts val="0"/>
              </a:spcBef>
              <a:buFontTx/>
              <a:buNone/>
              <a:defRPr lang="en-GB" altLang="en-US" sz="1176" b="1"/>
            </a:lvl1pPr>
          </a:lstStyle>
          <a:p>
            <a:pPr marL="0" indent="0" latinLnBrk="0">
              <a:buFontTx/>
              <a:buNone/>
            </a:pPr>
            <a:r>
              <a:rPr sz="600"/>
              <a:t>의제 부제</a:t>
            </a:r>
            <a:endParaRPr lang="ko-KR" altLang="en-US" sz="600"/>
          </a:p>
        </p:txBody>
      </p:sp>
      <p:sp>
        <p:nvSpPr>
          <p:cNvPr id="90" name="본문 첫 번째 줄…"/>
          <p:cNvSpPr txBox="1">
            <a:spLocks noGrp="1"/>
          </p:cNvSpPr>
          <p:nvPr>
            <p:ph type="body" idx="1" hasCustomPrompt="1"/>
          </p:nvPr>
        </p:nvSpPr>
        <p:spPr>
          <a:xfrm>
            <a:off x="368285" y="2773892"/>
            <a:ext cx="6122101" cy="5715635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square" lIns="50800" tIns="50800" rIns="50800" bIns="50800" numCol="1" anchor="t">
            <a:normAutofit/>
          </a:bodyPr>
          <a:lstStyle>
            <a:lvl1pPr marL="0" indent="0" latinLnBrk="0">
              <a:spcBef>
                <a:spcPts val="433"/>
              </a:spcBef>
              <a:buFontTx/>
              <a:buNone/>
              <a:defRPr lang="en-GB" altLang="en-US" sz="1267" spc="-10"/>
            </a:lvl1pPr>
            <a:lvl2pPr marL="0" lvl="1" indent="152385" latinLnBrk="0">
              <a:spcBef>
                <a:spcPts val="433"/>
              </a:spcBef>
              <a:buFontTx/>
              <a:buNone/>
              <a:defRPr lang="en-GB" altLang="en-US" sz="1267" spc="-10"/>
            </a:lvl2pPr>
            <a:lvl3pPr marL="0" lvl="2" indent="304770" latinLnBrk="0">
              <a:spcBef>
                <a:spcPts val="433"/>
              </a:spcBef>
              <a:buFontTx/>
              <a:buNone/>
              <a:defRPr lang="en-GB" altLang="en-US" sz="1267" spc="-10"/>
            </a:lvl3pPr>
            <a:lvl4pPr marL="0" lvl="3" indent="457154" latinLnBrk="0">
              <a:spcBef>
                <a:spcPts val="433"/>
              </a:spcBef>
              <a:buFontTx/>
              <a:buNone/>
              <a:defRPr lang="en-GB" altLang="en-US" sz="1267" spc="-10"/>
            </a:lvl4pPr>
            <a:lvl5pPr marL="0" lvl="4" indent="609539" latinLnBrk="0">
              <a:spcBef>
                <a:spcPts val="433"/>
              </a:spcBef>
              <a:buFontTx/>
              <a:buNone/>
              <a:defRPr lang="en-GB" altLang="en-US" sz="1267" spc="-10"/>
            </a:lvl5pPr>
          </a:lstStyle>
          <a:p>
            <a:pPr marL="0" indent="0" latinLnBrk="0">
              <a:buFontTx/>
              <a:buNone/>
            </a:pPr>
            <a:r>
              <a:rPr sz="600"/>
              <a:t>의제 주제</a:t>
            </a:r>
            <a:endParaRPr lang="ko-KR" altLang="en-US" sz="600"/>
          </a:p>
          <a:p>
            <a:pPr marL="0" indent="0" latinLnBrk="0">
              <a:buFontTx/>
              <a:buNone/>
            </a:pPr>
            <a:endParaRPr lang="ko-KR" altLang="en-US" sz="600"/>
          </a:p>
          <a:p>
            <a:pPr marL="0" indent="0" latinLnBrk="0">
              <a:buFontTx/>
              <a:buNone/>
            </a:pPr>
            <a:endParaRPr lang="ko-KR" altLang="en-US" sz="600"/>
          </a:p>
          <a:p>
            <a:pPr marL="0" indent="0" latinLnBrk="0">
              <a:buFontTx/>
              <a:buNone/>
            </a:pPr>
            <a:endParaRPr lang="ko-KR" altLang="en-US" sz="600"/>
          </a:p>
          <a:p>
            <a:pPr marL="0" indent="0" latinLnBrk="0">
              <a:buFontTx/>
              <a:buNone/>
            </a:pPr>
            <a:endParaRPr lang="ko-KR" altLang="en-US" sz="600"/>
          </a:p>
        </p:txBody>
      </p:sp>
      <p:sp>
        <p:nvSpPr>
          <p:cNvPr id="91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3334685" y="8575372"/>
            <a:ext cx="185948" cy="169213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none" lIns="50800" tIns="50800" rIns="50800" bIns="50800" numCol="1" anchor="b">
            <a:spAutoFit/>
          </a:bodyPr>
          <a:lstStyle/>
          <a:p>
            <a:pPr algn="ctr" hangingPunct="0"/>
            <a:fld id="{B9320F77-B9A0-41C5-862A-B4B631284C64}" type="slidenum">
              <a:rPr lang="en-US" altLang="ko-KR" kern="0" smtClean="0">
                <a:sym typeface="Helvetica Neue"/>
              </a:rPr>
              <a:pPr algn="ctr" hangingPunct="0"/>
              <a:t>‹#›</a:t>
            </a:fld>
            <a:endParaRPr lang="ko-KR" altLang="en-US" sz="600" kern="0" dirty="0"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034387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:a14="http://schemas.microsoft.com/office/drawing/2010/main" xmlns:m="http://schemas.openxmlformats.org/officeDocument/2006/math" xmlns="">
      <p:transition spd="slow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내역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본문 첫 번째 줄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368620" y="3345392"/>
            <a:ext cx="6121431" cy="2454275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square" lIns="50800" tIns="50800" rIns="50800" bIns="50800" numCol="1" anchor="ctr">
            <a:normAutofit/>
          </a:bodyPr>
          <a:lstStyle>
            <a:lvl1pPr marL="0" indent="0" algn="ctr" latinLnBrk="0">
              <a:lnSpc>
                <a:spcPct val="80000"/>
              </a:lnSpc>
              <a:spcBef>
                <a:spcPts val="0"/>
              </a:spcBef>
              <a:buFontTx/>
              <a:buNone/>
              <a:defRPr lang="en-GB" altLang="en-US" sz="2733" spc="-50">
                <a:latin typeface="Helvetica Neue Medium" charset="0"/>
                <a:ea typeface="Helvetica Neue Medium" charset="0"/>
                <a:cs typeface="Helvetica Neue Medium" charset="0"/>
              </a:defRPr>
            </a:lvl1pPr>
            <a:lvl2pPr marL="0" lvl="1" indent="152385" algn="ctr" latinLnBrk="0">
              <a:lnSpc>
                <a:spcPct val="80000"/>
              </a:lnSpc>
              <a:spcBef>
                <a:spcPts val="0"/>
              </a:spcBef>
              <a:buFontTx/>
              <a:buNone/>
              <a:defRPr lang="en-GB" altLang="en-US" sz="2733" spc="-50">
                <a:latin typeface="Helvetica Neue Medium" charset="0"/>
                <a:ea typeface="Helvetica Neue Medium" charset="0"/>
                <a:cs typeface="Helvetica Neue Medium" charset="0"/>
              </a:defRPr>
            </a:lvl2pPr>
            <a:lvl3pPr marL="0" lvl="2" indent="304770" algn="ctr" latinLnBrk="0">
              <a:lnSpc>
                <a:spcPct val="80000"/>
              </a:lnSpc>
              <a:spcBef>
                <a:spcPts val="0"/>
              </a:spcBef>
              <a:buFontTx/>
              <a:buNone/>
              <a:defRPr lang="en-GB" altLang="en-US" sz="2733" spc="-50">
                <a:latin typeface="Helvetica Neue Medium" charset="0"/>
                <a:ea typeface="Helvetica Neue Medium" charset="0"/>
                <a:cs typeface="Helvetica Neue Medium" charset="0"/>
              </a:defRPr>
            </a:lvl3pPr>
            <a:lvl4pPr marL="0" lvl="3" indent="457154" algn="ctr" latinLnBrk="0">
              <a:lnSpc>
                <a:spcPct val="80000"/>
              </a:lnSpc>
              <a:spcBef>
                <a:spcPts val="0"/>
              </a:spcBef>
              <a:buFontTx/>
              <a:buNone/>
              <a:defRPr lang="en-GB" altLang="en-US" sz="2733" spc="-50">
                <a:latin typeface="Helvetica Neue Medium" charset="0"/>
                <a:ea typeface="Helvetica Neue Medium" charset="0"/>
                <a:cs typeface="Helvetica Neue Medium" charset="0"/>
              </a:defRPr>
            </a:lvl4pPr>
            <a:lvl5pPr marL="0" lvl="4" indent="609539" algn="ctr" latinLnBrk="0">
              <a:lnSpc>
                <a:spcPct val="80000"/>
              </a:lnSpc>
              <a:spcBef>
                <a:spcPts val="0"/>
              </a:spcBef>
              <a:buFontTx/>
              <a:buNone/>
              <a:defRPr lang="en-GB" altLang="en-US" sz="2733" spc="-50">
                <a:latin typeface="Helvetica Neue Medium" charset="0"/>
                <a:ea typeface="Helvetica Neue Medium" charset="0"/>
                <a:cs typeface="Helvetica Neue Medium" charset="0"/>
              </a:defRPr>
            </a:lvl5pPr>
          </a:lstStyle>
          <a:p>
            <a:pPr marL="0" indent="0" latinLnBrk="0">
              <a:buFontTx/>
              <a:buNone/>
            </a:pPr>
            <a:r>
              <a:rPr sz="600"/>
              <a:t>내역서</a:t>
            </a:r>
            <a:endParaRPr lang="ko-KR" altLang="en-US" sz="600"/>
          </a:p>
          <a:p>
            <a:pPr marL="0" indent="0" latinLnBrk="0">
              <a:buFontTx/>
              <a:buNone/>
            </a:pPr>
            <a:endParaRPr lang="ko-KR" altLang="en-US" sz="600"/>
          </a:p>
          <a:p>
            <a:pPr marL="0" indent="0" latinLnBrk="0">
              <a:buFontTx/>
              <a:buNone/>
            </a:pPr>
            <a:endParaRPr lang="ko-KR" altLang="en-US" sz="600"/>
          </a:p>
          <a:p>
            <a:pPr marL="0" indent="0" latinLnBrk="0">
              <a:buFontTx/>
              <a:buNone/>
            </a:pPr>
            <a:endParaRPr lang="ko-KR" altLang="en-US" sz="600"/>
          </a:p>
          <a:p>
            <a:pPr marL="0" indent="0" latinLnBrk="0">
              <a:buFontTx/>
              <a:buNone/>
            </a:pPr>
            <a:endParaRPr lang="ko-KR" altLang="en-US" sz="600"/>
          </a:p>
        </p:txBody>
      </p:sp>
      <p:sp>
        <p:nvSpPr>
          <p:cNvPr id="99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3334685" y="8575372"/>
            <a:ext cx="185948" cy="169213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none" lIns="50800" tIns="50800" rIns="50800" bIns="50800" numCol="1" anchor="b">
            <a:spAutoFit/>
          </a:bodyPr>
          <a:lstStyle/>
          <a:p>
            <a:pPr algn="ctr" hangingPunct="0"/>
            <a:fld id="{B9320F77-B9A0-41C5-862A-B4B631284C64}" type="slidenum">
              <a:rPr lang="en-US" altLang="ko-KR" kern="0" smtClean="0">
                <a:sym typeface="Helvetica Neue"/>
              </a:rPr>
              <a:pPr algn="ctr" hangingPunct="0"/>
              <a:t>‹#›</a:t>
            </a:fld>
            <a:endParaRPr lang="ko-KR" altLang="en-US" sz="600" kern="0" dirty="0"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929880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:a14="http://schemas.microsoft.com/office/drawing/2010/main" xmlns:m="http://schemas.openxmlformats.org/officeDocument/2006/math" xmlns="">
      <p:transition spd="slow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중요한 사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사실 정보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368620" y="5821680"/>
            <a:ext cx="6121431" cy="629708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square" lIns="50800" tIns="50800" rIns="50800" bIns="50800" numCol="1" anchor="t">
            <a:normAutofit/>
          </a:bodyPr>
          <a:lstStyle>
            <a:lvl1pPr marL="0" indent="0" algn="ctr" defTabSz="537368" latinLnBrk="0">
              <a:lnSpc>
                <a:spcPct val="100000"/>
              </a:lnSpc>
              <a:spcBef>
                <a:spcPts val="0"/>
              </a:spcBef>
              <a:buFontTx/>
              <a:buNone/>
              <a:defRPr lang="en-GB" altLang="en-US" sz="1176" b="1"/>
            </a:lvl1pPr>
          </a:lstStyle>
          <a:p>
            <a:pPr marL="0" indent="0" latinLnBrk="0">
              <a:buFontTx/>
              <a:buNone/>
            </a:pPr>
            <a:r>
              <a:rPr sz="600"/>
              <a:t>사실 정보</a:t>
            </a:r>
            <a:endParaRPr lang="ko-KR" altLang="en-US" sz="600"/>
          </a:p>
        </p:txBody>
      </p:sp>
      <p:sp>
        <p:nvSpPr>
          <p:cNvPr id="107" name="본문 첫 번째 줄…"/>
          <p:cNvSpPr txBox="1">
            <a:spLocks noGrp="1"/>
          </p:cNvSpPr>
          <p:nvPr>
            <p:ph type="body" idx="1" hasCustomPrompt="1"/>
          </p:nvPr>
        </p:nvSpPr>
        <p:spPr>
          <a:xfrm>
            <a:off x="368620" y="936414"/>
            <a:ext cx="6121431" cy="4885055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square" lIns="50800" tIns="50800" rIns="50800" bIns="50800" numCol="1" anchor="b">
            <a:normAutofit/>
          </a:bodyPr>
          <a:lstStyle>
            <a:lvl1pPr marL="0" indent="0" algn="ctr" latinLnBrk="0">
              <a:lnSpc>
                <a:spcPct val="80000"/>
              </a:lnSpc>
              <a:spcBef>
                <a:spcPts val="0"/>
              </a:spcBef>
              <a:buFontTx/>
              <a:buNone/>
              <a:defRPr lang="en-GB" altLang="en-US" sz="5866" b="1" spc="-57"/>
            </a:lvl1pPr>
            <a:lvl2pPr marL="0" lvl="1" indent="152385" algn="ctr" latinLnBrk="0">
              <a:lnSpc>
                <a:spcPct val="80000"/>
              </a:lnSpc>
              <a:spcBef>
                <a:spcPts val="0"/>
              </a:spcBef>
              <a:buFontTx/>
              <a:buNone/>
              <a:defRPr lang="en-GB" altLang="en-US" sz="5866" b="1" spc="-57"/>
            </a:lvl2pPr>
            <a:lvl3pPr marL="0" lvl="2" indent="304770" algn="ctr" latinLnBrk="0">
              <a:lnSpc>
                <a:spcPct val="80000"/>
              </a:lnSpc>
              <a:spcBef>
                <a:spcPts val="0"/>
              </a:spcBef>
              <a:buFontTx/>
              <a:buNone/>
              <a:defRPr lang="en-GB" altLang="en-US" sz="5866" b="1" spc="-57"/>
            </a:lvl3pPr>
            <a:lvl4pPr marL="0" lvl="3" indent="457154" algn="ctr" latinLnBrk="0">
              <a:lnSpc>
                <a:spcPct val="80000"/>
              </a:lnSpc>
              <a:spcBef>
                <a:spcPts val="0"/>
              </a:spcBef>
              <a:buFontTx/>
              <a:buNone/>
              <a:defRPr lang="en-GB" altLang="en-US" sz="5866" b="1" spc="-57"/>
            </a:lvl4pPr>
            <a:lvl5pPr marL="0" lvl="4" indent="609539" algn="ctr" latinLnBrk="0">
              <a:lnSpc>
                <a:spcPct val="80000"/>
              </a:lnSpc>
              <a:spcBef>
                <a:spcPts val="0"/>
              </a:spcBef>
              <a:buFontTx/>
              <a:buNone/>
              <a:defRPr lang="en-GB" altLang="en-US" sz="5866" b="1" spc="-57"/>
            </a:lvl5pPr>
          </a:lstStyle>
          <a:p>
            <a:pPr marL="0" indent="0" latinLnBrk="0">
              <a:buFontTx/>
              <a:buNone/>
            </a:pPr>
            <a:r>
              <a:rPr sz="600"/>
              <a:t>100%</a:t>
            </a:r>
            <a:endParaRPr lang="ko-KR" altLang="en-US" sz="600"/>
          </a:p>
          <a:p>
            <a:pPr marL="0" indent="0" latinLnBrk="0">
              <a:buFontTx/>
              <a:buNone/>
            </a:pPr>
            <a:endParaRPr lang="ko-KR" altLang="en-US" sz="600"/>
          </a:p>
          <a:p>
            <a:pPr marL="0" indent="0" latinLnBrk="0">
              <a:buFontTx/>
              <a:buNone/>
            </a:pPr>
            <a:endParaRPr lang="ko-KR" altLang="en-US" sz="600"/>
          </a:p>
          <a:p>
            <a:pPr marL="0" indent="0" latinLnBrk="0">
              <a:buFontTx/>
              <a:buNone/>
            </a:pPr>
            <a:endParaRPr lang="ko-KR" altLang="en-US" sz="600"/>
          </a:p>
          <a:p>
            <a:pPr marL="0" indent="0" latinLnBrk="0">
              <a:buFontTx/>
              <a:buNone/>
            </a:pPr>
            <a:endParaRPr lang="ko-KR" altLang="en-US" sz="600"/>
          </a:p>
        </p:txBody>
      </p:sp>
      <p:sp>
        <p:nvSpPr>
          <p:cNvPr id="108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3334685" y="8575372"/>
            <a:ext cx="185948" cy="169213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none" lIns="50800" tIns="50800" rIns="50800" bIns="50800" numCol="1" anchor="b">
            <a:spAutoFit/>
          </a:bodyPr>
          <a:lstStyle/>
          <a:p>
            <a:pPr algn="ctr" hangingPunct="0"/>
            <a:fld id="{B9320F77-B9A0-41C5-862A-B4B631284C64}" type="slidenum">
              <a:rPr lang="en-US" altLang="ko-KR" kern="0" smtClean="0">
                <a:sym typeface="Helvetica Neue"/>
              </a:rPr>
              <a:pPr algn="ctr" hangingPunct="0"/>
              <a:t>‹#›</a:t>
            </a:fld>
            <a:endParaRPr lang="ko-KR" altLang="en-US" sz="600" kern="0" dirty="0"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59883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:a14="http://schemas.microsoft.com/office/drawing/2010/main" xmlns:m="http://schemas.openxmlformats.org/officeDocument/2006/math" xmlns="">
      <p:transition spd="slow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인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본문 첫 번째 줄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388726" y="3488690"/>
            <a:ext cx="6081218" cy="2178685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square" lIns="50800" tIns="50800" rIns="50800" bIns="50800" numCol="1" anchor="ctr">
            <a:normAutofit/>
          </a:bodyPr>
          <a:lstStyle>
            <a:lvl1pPr marL="152385" indent="-114289" latinLnBrk="0">
              <a:spcBef>
                <a:spcPts val="0"/>
              </a:spcBef>
              <a:buFontTx/>
              <a:buNone/>
              <a:defRPr lang="en-GB" altLang="en-US" sz="2000" spc="-37">
                <a:latin typeface="Helvetica Neue Medium" charset="0"/>
                <a:ea typeface="Helvetica Neue Medium" charset="0"/>
                <a:cs typeface="Helvetica Neue Medium" charset="0"/>
              </a:defRPr>
            </a:lvl1pPr>
            <a:lvl2pPr marL="152385" lvl="1" indent="38096" latinLnBrk="0">
              <a:spcBef>
                <a:spcPts val="0"/>
              </a:spcBef>
              <a:buFontTx/>
              <a:buNone/>
              <a:defRPr lang="en-GB" altLang="en-US" sz="2000" spc="-37">
                <a:latin typeface="Helvetica Neue Medium" charset="0"/>
                <a:ea typeface="Helvetica Neue Medium" charset="0"/>
                <a:cs typeface="Helvetica Neue Medium" charset="0"/>
              </a:defRPr>
            </a:lvl2pPr>
            <a:lvl3pPr marL="152385" lvl="2" indent="190481" latinLnBrk="0">
              <a:spcBef>
                <a:spcPts val="0"/>
              </a:spcBef>
              <a:buFontTx/>
              <a:buNone/>
              <a:defRPr lang="en-GB" altLang="en-US" sz="2000" spc="-37">
                <a:latin typeface="Helvetica Neue Medium" charset="0"/>
                <a:ea typeface="Helvetica Neue Medium" charset="0"/>
                <a:cs typeface="Helvetica Neue Medium" charset="0"/>
              </a:defRPr>
            </a:lvl3pPr>
            <a:lvl4pPr marL="152385" lvl="3" indent="342866" latinLnBrk="0">
              <a:spcBef>
                <a:spcPts val="0"/>
              </a:spcBef>
              <a:buFontTx/>
              <a:buNone/>
              <a:defRPr lang="en-GB" altLang="en-US" sz="2000" spc="-37">
                <a:latin typeface="Helvetica Neue Medium" charset="0"/>
                <a:ea typeface="Helvetica Neue Medium" charset="0"/>
                <a:cs typeface="Helvetica Neue Medium" charset="0"/>
              </a:defRPr>
            </a:lvl4pPr>
            <a:lvl5pPr marL="152385" lvl="4" indent="495250" latinLnBrk="0">
              <a:spcBef>
                <a:spcPts val="0"/>
              </a:spcBef>
              <a:buFontTx/>
              <a:buNone/>
              <a:defRPr lang="en-GB" altLang="en-US" sz="2000" spc="-37">
                <a:latin typeface="Helvetica Neue Medium" charset="0"/>
                <a:ea typeface="Helvetica Neue Medium" charset="0"/>
                <a:cs typeface="Helvetica Neue Medium" charset="0"/>
              </a:defRPr>
            </a:lvl5pPr>
          </a:lstStyle>
          <a:p>
            <a:pPr marL="457200" indent="-342900" latinLnBrk="0">
              <a:buFontTx/>
              <a:buNone/>
            </a:pPr>
            <a:r>
              <a:rPr sz="600"/>
              <a:t>“멋진 인용구”</a:t>
            </a:r>
            <a:endParaRPr lang="ko-KR" altLang="en-US" sz="600"/>
          </a:p>
          <a:p>
            <a:pPr marL="457200" indent="-342900" latinLnBrk="0">
              <a:buFontTx/>
              <a:buNone/>
            </a:pPr>
            <a:endParaRPr lang="ko-KR" altLang="en-US" sz="600"/>
          </a:p>
          <a:p>
            <a:pPr marL="457200" indent="-342900" latinLnBrk="0">
              <a:buFontTx/>
              <a:buNone/>
            </a:pPr>
            <a:endParaRPr lang="ko-KR" altLang="en-US" sz="600"/>
          </a:p>
          <a:p>
            <a:pPr marL="457200" indent="-342900" latinLnBrk="0">
              <a:buFontTx/>
              <a:buNone/>
            </a:pPr>
            <a:endParaRPr lang="ko-KR" altLang="en-US" sz="600"/>
          </a:p>
          <a:p>
            <a:pPr marL="457200" indent="-342900" latinLnBrk="0">
              <a:buFontTx/>
              <a:buNone/>
            </a:pPr>
            <a:endParaRPr lang="ko-KR" altLang="en-US" sz="600"/>
          </a:p>
        </p:txBody>
      </p:sp>
      <p:sp>
        <p:nvSpPr>
          <p:cNvPr id="116" name="속성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42739" y="6024668"/>
            <a:ext cx="5827206" cy="432012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square" lIns="50800" tIns="50800" rIns="50800" bIns="50800" numCol="1" anchor="t">
            <a:normAutofit/>
          </a:bodyPr>
          <a:lstStyle>
            <a:lvl1pPr marL="0" indent="0" defTabSz="193656" latinLnBrk="0">
              <a:lnSpc>
                <a:spcPct val="100000"/>
              </a:lnSpc>
              <a:spcBef>
                <a:spcPts val="0"/>
              </a:spcBef>
              <a:buFontTx/>
              <a:buNone/>
              <a:defRPr lang="en-GB" altLang="en-US" sz="792" b="1"/>
            </a:lvl1pPr>
          </a:lstStyle>
          <a:p>
            <a:pPr marL="0" indent="0" latinLnBrk="0">
              <a:buFontTx/>
              <a:buNone/>
            </a:pPr>
            <a:r>
              <a:rPr sz="600"/>
              <a:t>속성</a:t>
            </a:r>
            <a:endParaRPr lang="ko-KR" altLang="en-US" sz="600"/>
          </a:p>
        </p:txBody>
      </p:sp>
      <p:sp>
        <p:nvSpPr>
          <p:cNvPr id="117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3334685" y="8575372"/>
            <a:ext cx="185948" cy="169213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none" lIns="50800" tIns="50800" rIns="50800" bIns="50800" numCol="1" anchor="b">
            <a:spAutoFit/>
          </a:bodyPr>
          <a:lstStyle/>
          <a:p>
            <a:pPr algn="ctr" hangingPunct="0"/>
            <a:fld id="{B9320F77-B9A0-41C5-862A-B4B631284C64}" type="slidenum">
              <a:rPr lang="en-US" altLang="ko-KR" kern="0" smtClean="0">
                <a:sym typeface="Helvetica Neue"/>
              </a:rPr>
              <a:pPr algn="ctr" hangingPunct="0"/>
              <a:t>‹#›</a:t>
            </a:fld>
            <a:endParaRPr lang="ko-KR" altLang="en-US" sz="600" kern="0" dirty="0"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120347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:a14="http://schemas.microsoft.com/office/drawing/2010/main" xmlns:m="http://schemas.openxmlformats.org/officeDocument/2006/math" xmlns="">
      <p:transition spd="slow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사진 - 3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이미지"/>
          <p:cNvSpPr txBox="1">
            <a:spLocks noGrp="1"/>
          </p:cNvSpPr>
          <p:nvPr>
            <p:ph type="pic" idx="21"/>
          </p:nvPr>
        </p:nvSpPr>
        <p:spPr>
          <a:xfrm>
            <a:off x="-1098486" y="644314"/>
            <a:ext cx="5888195" cy="7850505"/>
          </a:xfrm>
          <a:prstGeom prst="rect">
            <a:avLst/>
          </a:prstGeom>
        </p:spPr>
      </p:sp>
      <p:sp>
        <p:nvSpPr>
          <p:cNvPr id="125" name="이미지"/>
          <p:cNvSpPr txBox="1">
            <a:spLocks noGrp="1"/>
          </p:cNvSpPr>
          <p:nvPr>
            <p:ph type="pic" sz="half" idx="22"/>
          </p:nvPr>
        </p:nvSpPr>
        <p:spPr>
          <a:xfrm>
            <a:off x="3479434" y="273685"/>
            <a:ext cx="3027037" cy="4305512"/>
          </a:xfrm>
          <a:prstGeom prst="rect">
            <a:avLst/>
          </a:prstGeom>
        </p:spPr>
      </p:sp>
      <p:sp>
        <p:nvSpPr>
          <p:cNvPr id="126" name="이미지"/>
          <p:cNvSpPr txBox="1">
            <a:spLocks noGrp="1"/>
          </p:cNvSpPr>
          <p:nvPr>
            <p:ph type="pic" idx="23"/>
          </p:nvPr>
        </p:nvSpPr>
        <p:spPr>
          <a:xfrm>
            <a:off x="2628928" y="2577677"/>
            <a:ext cx="4185843" cy="8660765"/>
          </a:xfrm>
          <a:prstGeom prst="rect">
            <a:avLst/>
          </a:prstGeom>
        </p:spPr>
      </p:sp>
      <p:sp>
        <p:nvSpPr>
          <p:cNvPr id="127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3334685" y="8575372"/>
            <a:ext cx="185948" cy="169213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none" lIns="50800" tIns="50800" rIns="50800" bIns="50800" numCol="1" anchor="b">
            <a:spAutoFit/>
          </a:bodyPr>
          <a:lstStyle/>
          <a:p>
            <a:pPr algn="ctr" hangingPunct="0"/>
            <a:fld id="{B9320F77-B9A0-41C5-862A-B4B631284C64}" type="slidenum">
              <a:rPr lang="en-US" altLang="ko-KR" kern="0" smtClean="0">
                <a:sym typeface="Helvetica Neue"/>
              </a:rPr>
              <a:pPr algn="ctr" hangingPunct="0"/>
              <a:t>‹#›</a:t>
            </a:fld>
            <a:endParaRPr lang="ko-KR" altLang="en-US" sz="600" kern="0" dirty="0"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971048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:a14="http://schemas.microsoft.com/office/drawing/2010/main" xmlns:m="http://schemas.openxmlformats.org/officeDocument/2006/math" xmlns="">
      <p:transition spd="slow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사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886640052_3195x2556.jpeg"/>
          <p:cNvSpPr txBox="1">
            <a:spLocks noGrp="1"/>
          </p:cNvSpPr>
          <p:nvPr>
            <p:ph type="pic" idx="21"/>
          </p:nvPr>
        </p:nvSpPr>
        <p:spPr>
          <a:xfrm>
            <a:off x="-535839" y="-988272"/>
            <a:ext cx="7608644" cy="10820611"/>
          </a:xfrm>
          <a:prstGeom prst="rect">
            <a:avLst/>
          </a:prstGeom>
        </p:spPr>
      </p:sp>
      <p:sp>
        <p:nvSpPr>
          <p:cNvPr id="135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3336026" y="8575160"/>
            <a:ext cx="185948" cy="169213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none" lIns="50800" tIns="50800" rIns="50800" bIns="50800" numCol="1" anchor="b">
            <a:spAutoFit/>
          </a:bodyPr>
          <a:lstStyle>
            <a:lvl1pPr marL="0" indent="0" latinLnBrk="0">
              <a:buFontTx/>
              <a:buNone/>
              <a:defRPr lang="en-GB" altLang="en-US">
                <a:solidFill>
                  <a:srgbClr val="FFFFFF"/>
                </a:solidFill>
              </a:defRPr>
            </a:lvl1pPr>
          </a:lstStyle>
          <a:p>
            <a:pPr algn="ctr" hangingPunct="0"/>
            <a:fld id="{B9320F77-B9A0-41C5-862A-B4B631284C64}" type="slidenum">
              <a:rPr lang="en-US" altLang="ko-KR" kern="0" smtClean="0">
                <a:sym typeface="Helvetica Neue"/>
              </a:rPr>
              <a:pPr algn="ctr" hangingPunct="0"/>
              <a:t>‹#›</a:t>
            </a:fld>
            <a:endParaRPr lang="ko-KR" altLang="en-US" sz="600" kern="0" dirty="0"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300972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:a14="http://schemas.microsoft.com/office/drawing/2010/main" xmlns:m="http://schemas.openxmlformats.org/officeDocument/2006/math" xmlns="">
      <p:transition spd="slow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빈 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3334685" y="8575372"/>
            <a:ext cx="185948" cy="169213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none" lIns="50800" tIns="50800" rIns="50800" bIns="50800" numCol="1" anchor="b">
            <a:spAutoFit/>
          </a:bodyPr>
          <a:lstStyle/>
          <a:p>
            <a:pPr algn="ctr" hangingPunct="0"/>
            <a:fld id="{B9320F77-B9A0-41C5-862A-B4B631284C64}" type="slidenum">
              <a:rPr lang="en-US" altLang="ko-KR" kern="0" smtClean="0">
                <a:sym typeface="Helvetica Neue"/>
              </a:rPr>
              <a:pPr algn="ctr" hangingPunct="0"/>
              <a:t>‹#›</a:t>
            </a:fld>
            <a:endParaRPr lang="ko-KR" altLang="en-US" sz="600" kern="0" dirty="0"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423205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:a14="http://schemas.microsoft.com/office/drawing/2010/main" xmlns:m="http://schemas.openxmlformats.org/officeDocument/2006/math" xmlns="">
      <p:transition spd="slow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A681F-5908-49F2-B7DF-773C339B4004}" type="datetime1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3334685" y="8575372"/>
            <a:ext cx="171522" cy="169213"/>
          </a:xfrm>
        </p:spPr>
        <p:txBody>
          <a:bodyPr/>
          <a:lstStyle/>
          <a:p>
            <a:fld id="{8F085E15-63FC-4A6A-AE3E-F0310AB029E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5556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본문 첫 번째 줄…"/>
          <p:cNvSpPr txBox="1">
            <a:spLocks noGrp="1"/>
          </p:cNvSpPr>
          <p:nvPr>
            <p:ph type="body" idx="1"/>
          </p:nvPr>
        </p:nvSpPr>
        <p:spPr>
          <a:xfrm>
            <a:off x="368285" y="2773892"/>
            <a:ext cx="6122101" cy="5715635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square" lIns="50800" tIns="50800" rIns="50800" bIns="50800" numCol="1" anchor="t">
            <a:normAutofit/>
          </a:bodyPr>
          <a:lstStyle/>
          <a:p>
            <a:pPr marL="381000" indent="-381000" latinLnBrk="0">
              <a:buClr>
                <a:srgbClr val="000000"/>
              </a:buClr>
              <a:buSzPct val="123000"/>
              <a:buFont typeface="나눔고딕"/>
              <a:buChar char="•"/>
            </a:pPr>
            <a:r>
              <a:rPr sz="600"/>
              <a:t>슬라이드 구분점 텍스트</a:t>
            </a:r>
            <a:endParaRPr lang="ko-KR" altLang="en-US" sz="600"/>
          </a:p>
          <a:p>
            <a:pPr marL="381000" indent="-381000" latinLnBrk="0">
              <a:buFont typeface="나눔고딕"/>
              <a:buChar char="•"/>
            </a:pPr>
            <a:endParaRPr lang="ko-KR" altLang="en-US" sz="800"/>
          </a:p>
          <a:p>
            <a:pPr marL="381000" indent="-381000" latinLnBrk="0">
              <a:buFont typeface="나눔고딕"/>
              <a:buChar char="•"/>
            </a:pPr>
            <a:endParaRPr lang="ko-KR" altLang="en-US" sz="667"/>
          </a:p>
          <a:p>
            <a:pPr marL="381000" indent="-381000" latinLnBrk="0">
              <a:buFont typeface="나눔고딕"/>
              <a:buChar char="•"/>
            </a:pPr>
            <a:endParaRPr lang="ko-KR" altLang="en-US" sz="600"/>
          </a:p>
          <a:p>
            <a:pPr marL="381000" indent="-381000" latinLnBrk="0">
              <a:buFont typeface="나눔고딕"/>
              <a:buChar char="•"/>
            </a:pPr>
            <a:endParaRPr lang="ko-KR" altLang="en-US" sz="600"/>
          </a:p>
        </p:txBody>
      </p:sp>
      <p:sp>
        <p:nvSpPr>
          <p:cNvPr id="3" name="슬라이드 제목"/>
          <p:cNvSpPr txBox="1">
            <a:spLocks noGrp="1"/>
          </p:cNvSpPr>
          <p:nvPr>
            <p:ph type="title"/>
          </p:nvPr>
        </p:nvSpPr>
        <p:spPr>
          <a:xfrm>
            <a:off x="368285" y="412327"/>
            <a:ext cx="6122101" cy="953135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square" lIns="50800" tIns="50800" rIns="50800" bIns="50800" numCol="1" anchor="t">
            <a:normAutofit/>
          </a:bodyPr>
          <a:lstStyle/>
          <a:p>
            <a:pPr marL="0" indent="0" latinLnBrk="0">
              <a:buFontTx/>
              <a:buNone/>
            </a:pPr>
            <a:r>
              <a:rPr sz="600"/>
              <a:t>슬라이드 제목</a:t>
            </a:r>
            <a:endParaRPr lang="ko-KR" altLang="en-US" sz="600"/>
          </a:p>
        </p:txBody>
      </p:sp>
      <p:sp>
        <p:nvSpPr>
          <p:cNvPr id="4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3334685" y="8575372"/>
            <a:ext cx="185948" cy="169213"/>
          </a:xfrm>
          <a:prstGeom prst="rect">
            <a:avLst/>
          </a:prstGeom>
          <a:ln w="12700" cap="flat" cmpd="sng">
            <a:prstDash/>
            <a:miter lim="800000"/>
          </a:ln>
        </p:spPr>
        <p:txBody>
          <a:bodyPr vert="horz" wrap="none" lIns="50800" tIns="50800" rIns="50800" bIns="50800" numCol="1" anchor="b">
            <a:spAutoFit/>
          </a:bodyPr>
          <a:lstStyle>
            <a:lvl1pPr marL="0" indent="0" defTabSz="194714" latinLnBrk="0">
              <a:buFontTx/>
              <a:buNone/>
              <a:defRPr lang="en-GB" altLang="en-US" sz="433">
                <a:solidFill>
                  <a:srgbClr val="000000"/>
                </a:solidFill>
              </a:defRPr>
            </a:lvl1pPr>
          </a:lstStyle>
          <a:p>
            <a:pPr algn="ctr" hangingPunct="0"/>
            <a:fld id="{B9320F77-B9A0-41C5-862A-B4B631284C64}" type="slidenum">
              <a:rPr lang="en-US" altLang="ko-KR" kern="0" smtClean="0">
                <a:sym typeface="Helvetica Neue"/>
              </a:rPr>
              <a:pPr algn="ctr" hangingPunct="0"/>
              <a:t>‹#›</a:t>
            </a:fld>
            <a:endParaRPr lang="ko-KR" altLang="en-US" sz="600" kern="0" dirty="0"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701836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</p:sldLayoutIdLst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slow"/>
    </mc:Fallback>
  </mc:AlternateContent>
  <p:txStyles>
    <p:titleStyle>
      <a:lvl1pPr marL="0" indent="0" algn="ctr" defTabSz="304770" latinLnBrk="0">
        <a:buFontTx/>
        <a:buNone/>
        <a:defRPr lang="ko-KR" sz="1467" baseline="0" smtClean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marL="126987" indent="-126987" algn="l" defTabSz="304770" latinLnBrk="0">
        <a:spcBef>
          <a:spcPct val="20000"/>
        </a:spcBef>
        <a:buClr>
          <a:srgbClr val="000000"/>
        </a:buClr>
        <a:buSzPct val="123000"/>
        <a:buFont typeface="나눔고딕"/>
        <a:buChar char="•"/>
        <a:defRPr lang="ko-KR" sz="933" baseline="0" smtClean="0">
          <a:solidFill>
            <a:schemeClr val="tx1"/>
          </a:solidFill>
          <a:latin typeface="+mn-lt"/>
          <a:ea typeface="+mn-ea"/>
          <a:cs typeface="+mn-cs"/>
        </a:defRPr>
      </a:lvl1pPr>
      <a:lvl2pPr marL="247625" lvl="1" indent="-95240" defTabSz="304770" latinLnBrk="1">
        <a:buChar char="-"/>
        <a:defRPr lang="ko-KR" sz="800" smtClean="0"/>
      </a:lvl2pPr>
      <a:lvl3pPr marL="380962" lvl="2" indent="-76192" defTabSz="304770" latinLnBrk="1">
        <a:buChar char="0"/>
        <a:defRPr lang="ko-KR" sz="667" smtClean="0"/>
      </a:lvl3pPr>
      <a:lvl4pPr marL="533347" lvl="3" indent="-76192" defTabSz="304770" latinLnBrk="1">
        <a:buChar char="-"/>
        <a:defRPr lang="ko-KR" sz="600" smtClean="0"/>
      </a:lvl4pPr>
      <a:lvl5pPr marL="685731" lvl="4" indent="-76192" defTabSz="304770" latinLnBrk="1">
        <a:buChar char="-69"/>
        <a:defRPr lang="ko-KR" sz="600" smtClean="0"/>
      </a:lvl5pPr>
    </p:bodyStyle>
    <p:otherStyle>
      <a:lvl1pPr marL="0" indent="0" algn="l" defTabSz="304770" latinLnBrk="1">
        <a:buNone/>
        <a:defRPr lang="ko-KR" sz="600" baseline="0" smtClean="0">
          <a:solidFill>
            <a:schemeClr val="tx1"/>
          </a:solidFill>
          <a:latin typeface="+mn-lt"/>
          <a:ea typeface="+mn-ea"/>
          <a:cs typeface="+mn-cs"/>
        </a:defRPr>
      </a:lvl1pPr>
      <a:lvl2pPr marL="152385" lvl="1" indent="0" defTabSz="304770" latinLnBrk="1">
        <a:defRPr lang="ko-KR" smtClean="0"/>
      </a:lvl2pPr>
      <a:lvl3pPr marL="304770" lvl="2" indent="0" defTabSz="304770" latinLnBrk="1">
        <a:defRPr lang="ko-KR" smtClean="0"/>
      </a:lvl3pPr>
      <a:lvl4pPr marL="457154" lvl="3" indent="0" defTabSz="304770" latinLnBrk="1">
        <a:defRPr lang="ko-KR" smtClean="0"/>
      </a:lvl4pPr>
      <a:lvl5pPr marL="609539" lvl="4" indent="0" defTabSz="304770" latinLnBrk="1">
        <a:defRPr lang="ko-KR" smtClean="0"/>
      </a:lvl5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F2E9F009-8406-4AF0-95F6-AB62836D1E16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837" y="675900"/>
            <a:ext cx="1214671" cy="30678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 Box 2">
            <a:extLst>
              <a:ext uri="{FF2B5EF4-FFF2-40B4-BE49-F238E27FC236}">
                <a16:creationId xmlns:a16="http://schemas.microsoft.com/office/drawing/2014/main" id="{13487CC8-6699-4413-A4A1-442ED363BF14}"/>
              </a:ext>
            </a:extLst>
          </p:cNvPr>
          <p:cNvSpPr txBox="1"/>
          <p:nvPr/>
        </p:nvSpPr>
        <p:spPr>
          <a:xfrm>
            <a:off x="5735279" y="651471"/>
            <a:ext cx="551886" cy="230494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77913" tIns="38957" rIns="77913" bIns="3895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278"/>
              </a:spcBef>
              <a:spcAft>
                <a:spcPts val="1278"/>
              </a:spcAft>
            </a:pPr>
            <a:r>
              <a:rPr lang="ko-KR" altLang="en-US" sz="937" kern="50" dirty="0">
                <a:solidFill>
                  <a:srgbClr val="FF0000"/>
                </a:solidFill>
                <a:latin typeface="바탕" panose="02030600000101010101" pitchFamily="18" charset="-127"/>
                <a:ea typeface="연세소제목체" panose="02030504000101010101" pitchFamily="18" charset="-127"/>
                <a:cs typeface="Times New Roman" panose="02020603050405020304" pitchFamily="18" charset="0"/>
              </a:rPr>
              <a:t>대외비</a:t>
            </a:r>
            <a:endParaRPr lang="ko-KR" altLang="en-US" sz="852" kern="50" dirty="0">
              <a:solidFill>
                <a:srgbClr val="000000"/>
              </a:solidFill>
              <a:latin typeface="바탕" panose="02030600000101010101" pitchFamily="18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6" name="표 7">
            <a:extLst>
              <a:ext uri="{FF2B5EF4-FFF2-40B4-BE49-F238E27FC236}">
                <a16:creationId xmlns:a16="http://schemas.microsoft.com/office/drawing/2014/main" id="{AE26ACEE-D404-425C-9E2A-95EAD32879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7145513"/>
              </p:ext>
            </p:extLst>
          </p:nvPr>
        </p:nvGraphicFramePr>
        <p:xfrm>
          <a:off x="627078" y="1785419"/>
          <a:ext cx="5593614" cy="60435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2269">
                  <a:extLst>
                    <a:ext uri="{9D8B030D-6E8A-4147-A177-3AD203B41FA5}">
                      <a16:colId xmlns:a16="http://schemas.microsoft.com/office/drawing/2014/main" val="3307287349"/>
                    </a:ext>
                  </a:extLst>
                </a:gridCol>
                <a:gridCol w="932269">
                  <a:extLst>
                    <a:ext uri="{9D8B030D-6E8A-4147-A177-3AD203B41FA5}">
                      <a16:colId xmlns:a16="http://schemas.microsoft.com/office/drawing/2014/main" val="2503108154"/>
                    </a:ext>
                  </a:extLst>
                </a:gridCol>
                <a:gridCol w="932269">
                  <a:extLst>
                    <a:ext uri="{9D8B030D-6E8A-4147-A177-3AD203B41FA5}">
                      <a16:colId xmlns:a16="http://schemas.microsoft.com/office/drawing/2014/main" val="1982474349"/>
                    </a:ext>
                  </a:extLst>
                </a:gridCol>
                <a:gridCol w="932269">
                  <a:extLst>
                    <a:ext uri="{9D8B030D-6E8A-4147-A177-3AD203B41FA5}">
                      <a16:colId xmlns:a16="http://schemas.microsoft.com/office/drawing/2014/main" val="159794727"/>
                    </a:ext>
                  </a:extLst>
                </a:gridCol>
                <a:gridCol w="932269">
                  <a:extLst>
                    <a:ext uri="{9D8B030D-6E8A-4147-A177-3AD203B41FA5}">
                      <a16:colId xmlns:a16="http://schemas.microsoft.com/office/drawing/2014/main" val="842079274"/>
                    </a:ext>
                  </a:extLst>
                </a:gridCol>
                <a:gridCol w="932269">
                  <a:extLst>
                    <a:ext uri="{9D8B030D-6E8A-4147-A177-3AD203B41FA5}">
                      <a16:colId xmlns:a16="http://schemas.microsoft.com/office/drawing/2014/main" val="267532808"/>
                    </a:ext>
                  </a:extLst>
                </a:gridCol>
              </a:tblGrid>
              <a:tr h="386885">
                <a:tc gridSpan="6"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세브란스병원 내규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11.1.1.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시설안전관리</a:t>
                      </a:r>
                    </a:p>
                  </a:txBody>
                  <a:tcPr marL="77913" marR="77913" marT="38957" marB="38957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8584877"/>
                  </a:ext>
                </a:extLst>
              </a:tr>
              <a:tr h="4942266">
                <a:tc gridSpan="6"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연세소제목체" panose="02030504000101010101" pitchFamily="18" charset="-127"/>
                          <a:ea typeface="연세소제목체" panose="02030504000101010101" pitchFamily="18" charset="-127"/>
                        </a:rPr>
                        <a:t>11.1.1. </a:t>
                      </a:r>
                      <a:r>
                        <a:rPr lang="ko-KR" altLang="en-US" sz="2000" dirty="0">
                          <a:solidFill>
                            <a:schemeClr val="tx1"/>
                          </a:solidFill>
                          <a:latin typeface="연세소제목체" panose="02030504000101010101" pitchFamily="18" charset="-127"/>
                          <a:ea typeface="연세소제목체" panose="02030504000101010101" pitchFamily="18" charset="-127"/>
                        </a:rPr>
                        <a:t>부록</a:t>
                      </a:r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연세소제목체" panose="02030504000101010101" pitchFamily="18" charset="-127"/>
                          <a:ea typeface="연세소제목체" panose="02030504000101010101" pitchFamily="18" charset="-127"/>
                        </a:rPr>
                        <a:t>1. </a:t>
                      </a:r>
                    </a:p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ko-KR" altLang="en-US" sz="2000" dirty="0">
                          <a:solidFill>
                            <a:schemeClr val="tx1"/>
                          </a:solidFill>
                          <a:latin typeface="연세소제목체" panose="02030504000101010101" pitchFamily="18" charset="-127"/>
                          <a:ea typeface="연세소제목체" panose="02030504000101010101" pitchFamily="18" charset="-127"/>
                        </a:rPr>
                        <a:t>시설</a:t>
                      </a:r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연세소제목체" panose="02030504000101010101" pitchFamily="18" charset="-127"/>
                          <a:ea typeface="연세소제목체" panose="02030504000101010101" pitchFamily="18" charset="-127"/>
                        </a:rPr>
                        <a:t>/</a:t>
                      </a:r>
                      <a:r>
                        <a:rPr lang="ko-KR" altLang="en-US" sz="2000" dirty="0">
                          <a:solidFill>
                            <a:schemeClr val="tx1"/>
                          </a:solidFill>
                          <a:latin typeface="연세소제목체" panose="02030504000101010101" pitchFamily="18" charset="-127"/>
                          <a:ea typeface="연세소제목체" panose="02030504000101010101" pitchFamily="18" charset="-127"/>
                        </a:rPr>
                        <a:t>환경 안전사고 처리 프로세스</a:t>
                      </a:r>
                    </a:p>
                  </a:txBody>
                  <a:tcPr marL="77913" marR="77913" marT="38957" marB="38957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5995443"/>
                  </a:ext>
                </a:extLst>
              </a:tr>
              <a:tr h="3572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담당부서</a:t>
                      </a:r>
                    </a:p>
                  </a:txBody>
                  <a:tcPr marL="77913" marR="77913" marT="38957" marB="38957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시설안전관리위원회</a:t>
                      </a:r>
                    </a:p>
                  </a:txBody>
                  <a:tcPr marL="77913" marR="77913" marT="38957" marB="3895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8327800"/>
                  </a:ext>
                </a:extLst>
              </a:tr>
              <a:tr h="3572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제정일</a:t>
                      </a:r>
                    </a:p>
                  </a:txBody>
                  <a:tcPr marL="77913" marR="77913" marT="38957" marB="38957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2021.01.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HY신명조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7913" marR="77913" marT="38957" marB="3895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최종개정일</a:t>
                      </a:r>
                    </a:p>
                  </a:txBody>
                  <a:tcPr marL="77913" marR="77913" marT="38957" marB="3895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2023.11.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HY신명조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7913" marR="77913" marT="38957" marB="3895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최종검토일</a:t>
                      </a:r>
                    </a:p>
                  </a:txBody>
                  <a:tcPr marL="77913" marR="77913" marT="38957" marB="3895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2025.03.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HY신명조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7913" marR="77913" marT="38957" marB="3895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88328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0883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순서도: 대체 처리 49">
            <a:extLst>
              <a:ext uri="{FF2B5EF4-FFF2-40B4-BE49-F238E27FC236}">
                <a16:creationId xmlns:a16="http://schemas.microsoft.com/office/drawing/2014/main" id="{9EE4FF1F-AF4B-4E43-ACD7-4F3E51D7F8CC}"/>
              </a:ext>
            </a:extLst>
          </p:cNvPr>
          <p:cNvSpPr/>
          <p:nvPr/>
        </p:nvSpPr>
        <p:spPr>
          <a:xfrm>
            <a:off x="329884" y="1493630"/>
            <a:ext cx="6198234" cy="512726"/>
          </a:xfrm>
          <a:prstGeom prst="flowChartAlternateProcess">
            <a:avLst/>
          </a:prstGeom>
          <a:solidFill>
            <a:srgbClr val="A8B7DF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lang="ko-KR" altLang="en-US" spc="-15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진료</a:t>
            </a:r>
            <a:r>
              <a:rPr lang="en-US" altLang="ko-KR" spc="-15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(</a:t>
            </a:r>
            <a:r>
              <a:rPr lang="ko-KR" altLang="en-US" spc="-15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행위</a:t>
            </a:r>
            <a:r>
              <a:rPr lang="en-US" altLang="ko-KR" spc="-15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)</a:t>
            </a:r>
            <a:r>
              <a:rPr lang="ko-KR" altLang="en-US" spc="-15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와 무관한 시설</a:t>
            </a:r>
            <a:r>
              <a:rPr lang="en-US" altLang="ko-KR" spc="-15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·</a:t>
            </a:r>
            <a:r>
              <a:rPr lang="ko-KR" altLang="en-US" spc="-15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환경 관련 안전사고 발생 시 처리 프로세스</a:t>
            </a:r>
          </a:p>
        </p:txBody>
      </p:sp>
      <p:sp>
        <p:nvSpPr>
          <p:cNvPr id="64" name="사각형: 둥근 위쪽 모서리 63">
            <a:extLst>
              <a:ext uri="{FF2B5EF4-FFF2-40B4-BE49-F238E27FC236}">
                <a16:creationId xmlns:a16="http://schemas.microsoft.com/office/drawing/2014/main" id="{6BD09393-C1D9-4D4C-9A5D-AADFB0AFBA01}"/>
              </a:ext>
            </a:extLst>
          </p:cNvPr>
          <p:cNvSpPr/>
          <p:nvPr/>
        </p:nvSpPr>
        <p:spPr bwMode="auto">
          <a:xfrm rot="16200000">
            <a:off x="3966474" y="936697"/>
            <a:ext cx="1316232" cy="3606920"/>
          </a:xfrm>
          <a:prstGeom prst="round2SameRect">
            <a:avLst>
              <a:gd name="adj1" fmla="val 32169"/>
              <a:gd name="adj2" fmla="val 0"/>
            </a:avLst>
          </a:prstGeom>
          <a:solidFill>
            <a:srgbClr val="F2F2F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eaLnBrk="1" latinLnBrk="1" hangingPunct="1">
              <a:defRPr/>
            </a:pPr>
            <a:endParaRPr lang="ko-KR" altLang="en-US" sz="3600" dirty="0">
              <a:solidFill>
                <a:srgbClr val="000014"/>
              </a:solidFill>
              <a:latin typeface="나눔스퀘어 네오 OTF Bold" panose="00000800000000000000" pitchFamily="50" charset="-127"/>
              <a:ea typeface="나눔스퀘어 네오 OTF Bold" panose="00000800000000000000" pitchFamily="50" charset="-127"/>
            </a:endParaRPr>
          </a:p>
        </p:txBody>
      </p:sp>
      <p:sp>
        <p:nvSpPr>
          <p:cNvPr id="71" name="사각형: 둥근 위쪽 모서리 70">
            <a:extLst>
              <a:ext uri="{FF2B5EF4-FFF2-40B4-BE49-F238E27FC236}">
                <a16:creationId xmlns:a16="http://schemas.microsoft.com/office/drawing/2014/main" id="{AB5DA931-5695-43DD-B5FB-61C1085588D9}"/>
              </a:ext>
            </a:extLst>
          </p:cNvPr>
          <p:cNvSpPr/>
          <p:nvPr/>
        </p:nvSpPr>
        <p:spPr bwMode="auto">
          <a:xfrm rot="16200000">
            <a:off x="3912335" y="2459470"/>
            <a:ext cx="1424523" cy="3606920"/>
          </a:xfrm>
          <a:prstGeom prst="round2SameRect">
            <a:avLst>
              <a:gd name="adj1" fmla="val 32169"/>
              <a:gd name="adj2" fmla="val 0"/>
            </a:avLst>
          </a:prstGeom>
          <a:solidFill>
            <a:srgbClr val="F2F2F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eaLnBrk="1" latinLnBrk="1" hangingPunct="1">
              <a:defRPr/>
            </a:pPr>
            <a:endParaRPr lang="ko-KR" altLang="en-US" sz="3600" dirty="0">
              <a:solidFill>
                <a:srgbClr val="000014"/>
              </a:solidFill>
              <a:latin typeface="나눔스퀘어 네오 OTF Bold" panose="00000800000000000000" pitchFamily="50" charset="-127"/>
              <a:ea typeface="나눔스퀘어 네오 OTF Bold" panose="00000800000000000000" pitchFamily="50" charset="-127"/>
            </a:endParaRPr>
          </a:p>
        </p:txBody>
      </p:sp>
      <p:sp>
        <p:nvSpPr>
          <p:cNvPr id="73" name="사각형: 둥근 위쪽 모서리 72">
            <a:extLst>
              <a:ext uri="{FF2B5EF4-FFF2-40B4-BE49-F238E27FC236}">
                <a16:creationId xmlns:a16="http://schemas.microsoft.com/office/drawing/2014/main" id="{C39CF6D5-995A-4226-AD16-8904CA69C4C9}"/>
              </a:ext>
            </a:extLst>
          </p:cNvPr>
          <p:cNvSpPr/>
          <p:nvPr/>
        </p:nvSpPr>
        <p:spPr bwMode="auto">
          <a:xfrm rot="16200000">
            <a:off x="3709833" y="4297632"/>
            <a:ext cx="1829512" cy="3606920"/>
          </a:xfrm>
          <a:prstGeom prst="round2SameRect">
            <a:avLst>
              <a:gd name="adj1" fmla="val 35888"/>
              <a:gd name="adj2" fmla="val 0"/>
            </a:avLst>
          </a:prstGeom>
          <a:solidFill>
            <a:srgbClr val="F2F2F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eaLnBrk="1" latinLnBrk="1" hangingPunct="1">
              <a:defRPr/>
            </a:pPr>
            <a:endParaRPr lang="ko-KR" altLang="en-US" sz="3600" dirty="0">
              <a:solidFill>
                <a:srgbClr val="000014"/>
              </a:solidFill>
              <a:latin typeface="나눔스퀘어 네오 OTF Bold" panose="00000800000000000000" pitchFamily="50" charset="-127"/>
              <a:ea typeface="나눔스퀘어 네오 OTF Bold" panose="00000800000000000000" pitchFamily="50" charset="-127"/>
            </a:endParaRPr>
          </a:p>
        </p:txBody>
      </p:sp>
      <p:sp>
        <p:nvSpPr>
          <p:cNvPr id="75" name="사각형: 둥근 위쪽 모서리 74">
            <a:extLst>
              <a:ext uri="{FF2B5EF4-FFF2-40B4-BE49-F238E27FC236}">
                <a16:creationId xmlns:a16="http://schemas.microsoft.com/office/drawing/2014/main" id="{7CB2691B-34C6-493B-BB66-E67B446C06E8}"/>
              </a:ext>
            </a:extLst>
          </p:cNvPr>
          <p:cNvSpPr/>
          <p:nvPr/>
        </p:nvSpPr>
        <p:spPr bwMode="auto">
          <a:xfrm rot="16200000">
            <a:off x="4268459" y="5877873"/>
            <a:ext cx="712260" cy="360692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2F2F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eaLnBrk="1" latinLnBrk="1" hangingPunct="1">
              <a:defRPr/>
            </a:pPr>
            <a:endParaRPr lang="ko-KR" altLang="en-US" sz="3600" dirty="0">
              <a:solidFill>
                <a:srgbClr val="000014"/>
              </a:solidFill>
              <a:latin typeface="나눔스퀘어 네오 OTF Bold" panose="00000800000000000000" pitchFamily="50" charset="-127"/>
              <a:ea typeface="나눔스퀘어 네오 OTF Bold" panose="00000800000000000000" pitchFamily="50" charset="-127"/>
            </a:endParaRPr>
          </a:p>
        </p:txBody>
      </p:sp>
      <p:sp>
        <p:nvSpPr>
          <p:cNvPr id="87" name="모서리가 둥근 직사각형 4">
            <a:extLst>
              <a:ext uri="{FF2B5EF4-FFF2-40B4-BE49-F238E27FC236}">
                <a16:creationId xmlns:a16="http://schemas.microsoft.com/office/drawing/2014/main" id="{83996C43-CA7F-4F6D-A2BF-16F93CC3FC61}"/>
              </a:ext>
            </a:extLst>
          </p:cNvPr>
          <p:cNvSpPr/>
          <p:nvPr/>
        </p:nvSpPr>
        <p:spPr>
          <a:xfrm>
            <a:off x="0" y="629754"/>
            <a:ext cx="6858000" cy="781328"/>
          </a:xfrm>
          <a:prstGeom prst="roundRect">
            <a:avLst>
              <a:gd name="adj" fmla="val 0"/>
            </a:avLst>
          </a:prstGeom>
          <a:solidFill>
            <a:srgbClr val="3B3EC9"/>
          </a:solidFill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시설</a:t>
            </a:r>
            <a:r>
              <a:rPr lang="en-US" altLang="ko-KR" sz="20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·</a:t>
            </a:r>
            <a:r>
              <a:rPr lang="ko-KR" altLang="en-US" sz="20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환경 안전사고 처리 프로세스 안내</a:t>
            </a:r>
            <a:endParaRPr lang="en-US" altLang="ko-KR" sz="2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algn="ctr"/>
            <a:r>
              <a:rPr lang="en-US" altLang="ko-KR" sz="20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[</a:t>
            </a:r>
            <a:r>
              <a:rPr lang="ko-KR" altLang="en-US" sz="20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영업배상책임보험 적용 관련</a:t>
            </a:r>
            <a:r>
              <a:rPr lang="en-US" altLang="ko-KR" sz="20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]</a:t>
            </a:r>
            <a:endParaRPr lang="ko-KR" altLang="en-US" sz="2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9" name="순서도: 대체 처리 88">
            <a:extLst>
              <a:ext uri="{FF2B5EF4-FFF2-40B4-BE49-F238E27FC236}">
                <a16:creationId xmlns:a16="http://schemas.microsoft.com/office/drawing/2014/main" id="{CAF7AD04-087F-4F0D-A761-72FD223D2CF1}"/>
              </a:ext>
            </a:extLst>
          </p:cNvPr>
          <p:cNvSpPr/>
          <p:nvPr/>
        </p:nvSpPr>
        <p:spPr>
          <a:xfrm>
            <a:off x="520792" y="2190541"/>
            <a:ext cx="1649803" cy="666546"/>
          </a:xfrm>
          <a:prstGeom prst="flowChartAlternateProcess">
            <a:avLst/>
          </a:prstGeom>
          <a:solidFill>
            <a:srgbClr val="FFE6B3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tIns="14400" rtlCol="0" anchor="t" anchorCtr="0"/>
          <a:lstStyle/>
          <a:p>
            <a:pPr algn="ctr"/>
            <a:r>
              <a:rPr lang="ko-KR" altLang="en-US" sz="105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환자</a:t>
            </a:r>
            <a:r>
              <a:rPr lang="en-US" altLang="ko-KR" sz="105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, </a:t>
            </a:r>
            <a:r>
              <a:rPr lang="ko-KR" altLang="en-US" sz="105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보호자</a:t>
            </a:r>
            <a:r>
              <a:rPr lang="en-US" altLang="ko-KR" sz="105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, </a:t>
            </a:r>
            <a:r>
              <a:rPr lang="ko-KR" altLang="en-US" sz="1050" dirty="0" err="1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내원객</a:t>
            </a:r>
            <a:endParaRPr lang="en-US" altLang="ko-KR" sz="1050" dirty="0">
              <a:solidFill>
                <a:srgbClr val="000014"/>
              </a:solidFill>
              <a:latin typeface="나눔스퀘어 네오 OTF Bold" panose="00000800000000000000" pitchFamily="50" charset="-127"/>
              <a:ea typeface="나눔스퀘어 네오 OTF Bold" panose="00000800000000000000" pitchFamily="50" charset="-127"/>
            </a:endParaRPr>
          </a:p>
        </p:txBody>
      </p:sp>
      <p:sp>
        <p:nvSpPr>
          <p:cNvPr id="90" name="순서도: 대체 처리 89">
            <a:extLst>
              <a:ext uri="{FF2B5EF4-FFF2-40B4-BE49-F238E27FC236}">
                <a16:creationId xmlns:a16="http://schemas.microsoft.com/office/drawing/2014/main" id="{71D824B6-0582-4DE1-B6D5-45F5A243C5A6}"/>
              </a:ext>
            </a:extLst>
          </p:cNvPr>
          <p:cNvSpPr/>
          <p:nvPr/>
        </p:nvSpPr>
        <p:spPr>
          <a:xfrm>
            <a:off x="520792" y="3553590"/>
            <a:ext cx="1649803" cy="666546"/>
          </a:xfrm>
          <a:prstGeom prst="flowChartAlternateProcess">
            <a:avLst/>
          </a:prstGeom>
          <a:solidFill>
            <a:srgbClr val="FFE6B3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tIns="14400" rtlCol="0" anchor="t" anchorCtr="0"/>
          <a:lstStyle/>
          <a:p>
            <a:pPr algn="ctr"/>
            <a:r>
              <a:rPr lang="ko-KR" altLang="en-US" sz="105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목격자</a:t>
            </a:r>
            <a:endParaRPr lang="ko-KR" altLang="en-US" sz="1600" dirty="0">
              <a:solidFill>
                <a:srgbClr val="000014"/>
              </a:solidFill>
              <a:latin typeface="나눔스퀘어 네오 OTF Bold" panose="00000800000000000000" pitchFamily="50" charset="-127"/>
              <a:ea typeface="나눔스퀘어 네오 OTF Bold" panose="00000800000000000000" pitchFamily="50" charset="-127"/>
            </a:endParaRPr>
          </a:p>
        </p:txBody>
      </p:sp>
      <p:sp>
        <p:nvSpPr>
          <p:cNvPr id="93" name="순서도: 대체 처리 92">
            <a:extLst>
              <a:ext uri="{FF2B5EF4-FFF2-40B4-BE49-F238E27FC236}">
                <a16:creationId xmlns:a16="http://schemas.microsoft.com/office/drawing/2014/main" id="{ADCDE063-1F48-4853-9E4B-5DABDA038F3B}"/>
              </a:ext>
            </a:extLst>
          </p:cNvPr>
          <p:cNvSpPr/>
          <p:nvPr/>
        </p:nvSpPr>
        <p:spPr>
          <a:xfrm>
            <a:off x="520792" y="5546904"/>
            <a:ext cx="1649803" cy="666546"/>
          </a:xfrm>
          <a:prstGeom prst="flowChartAlternateProcess">
            <a:avLst/>
          </a:prstGeom>
          <a:solidFill>
            <a:srgbClr val="FFE6B3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tIns="14400" rtlCol="0" anchor="t" anchorCtr="0"/>
          <a:lstStyle/>
          <a:p>
            <a:pPr algn="ctr"/>
            <a:r>
              <a:rPr lang="ko-KR" altLang="en-US" sz="10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안내데스크  또는  해당부서</a:t>
            </a:r>
          </a:p>
        </p:txBody>
      </p:sp>
      <p:sp>
        <p:nvSpPr>
          <p:cNvPr id="94" name="순서도: 대체 처리 93">
            <a:extLst>
              <a:ext uri="{FF2B5EF4-FFF2-40B4-BE49-F238E27FC236}">
                <a16:creationId xmlns:a16="http://schemas.microsoft.com/office/drawing/2014/main" id="{E32168C4-FFBF-412D-B29B-4CE5EF47E85B}"/>
              </a:ext>
            </a:extLst>
          </p:cNvPr>
          <p:cNvSpPr/>
          <p:nvPr/>
        </p:nvSpPr>
        <p:spPr>
          <a:xfrm>
            <a:off x="520792" y="7260249"/>
            <a:ext cx="1649803" cy="666546"/>
          </a:xfrm>
          <a:prstGeom prst="flowChartAlternateProcess">
            <a:avLst/>
          </a:prstGeom>
          <a:solidFill>
            <a:srgbClr val="FFE6B3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tIns="14400" rtlCol="0" anchor="t" anchorCtr="0"/>
          <a:lstStyle/>
          <a:p>
            <a:pPr algn="ctr"/>
            <a:r>
              <a:rPr lang="ko-KR" altLang="en-US" sz="1000" dirty="0" err="1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병원별</a:t>
            </a:r>
            <a:r>
              <a:rPr lang="ko-KR" altLang="en-US" sz="10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 사무</a:t>
            </a:r>
            <a:r>
              <a:rPr lang="en-US" altLang="ko-KR" sz="10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 · </a:t>
            </a:r>
            <a:r>
              <a:rPr lang="ko-KR" altLang="en-US" sz="10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총무 부서</a:t>
            </a:r>
            <a:endParaRPr lang="en-US" altLang="ko-KR" sz="1000" dirty="0">
              <a:solidFill>
                <a:srgbClr val="000014"/>
              </a:solidFill>
              <a:latin typeface="나눔스퀘어 네오 OTF Bold" panose="00000800000000000000" pitchFamily="50" charset="-127"/>
              <a:ea typeface="나눔스퀘어 네오 OTF Bold" panose="00000800000000000000" pitchFamily="50" charset="-127"/>
            </a:endParaRPr>
          </a:p>
        </p:txBody>
      </p:sp>
      <p:sp>
        <p:nvSpPr>
          <p:cNvPr id="95" name="모서리가 둥근 직사각형 22">
            <a:extLst>
              <a:ext uri="{FF2B5EF4-FFF2-40B4-BE49-F238E27FC236}">
                <a16:creationId xmlns:a16="http://schemas.microsoft.com/office/drawing/2014/main" id="{0D4C90A5-0BDA-4D25-8D79-D103D3D94636}"/>
              </a:ext>
            </a:extLst>
          </p:cNvPr>
          <p:cNvSpPr/>
          <p:nvPr/>
        </p:nvSpPr>
        <p:spPr>
          <a:xfrm>
            <a:off x="3082171" y="2156038"/>
            <a:ext cx="3445947" cy="118312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[</a:t>
            </a:r>
            <a:r>
              <a:rPr lang="ko-KR" altLang="en-US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시설</a:t>
            </a:r>
            <a:r>
              <a:rPr lang="en-US" altLang="ko-KR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/</a:t>
            </a:r>
            <a:r>
              <a:rPr lang="ko-KR" altLang="en-US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환경 안전사고 종류</a:t>
            </a:r>
            <a:r>
              <a:rPr lang="en-US" altLang="ko-KR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] </a:t>
            </a:r>
          </a:p>
          <a:p>
            <a:r>
              <a:rPr lang="en-US" altLang="ko-KR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· </a:t>
            </a:r>
            <a:r>
              <a:rPr lang="ko-KR" altLang="en-US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낙상</a:t>
            </a:r>
            <a:r>
              <a:rPr lang="en-US" altLang="ko-KR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(</a:t>
            </a:r>
            <a:r>
              <a:rPr lang="ko-KR" altLang="en-US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도로 및 주차장 포함</a:t>
            </a:r>
            <a:r>
              <a:rPr lang="en-US" altLang="ko-KR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), </a:t>
            </a:r>
            <a:r>
              <a:rPr lang="ko-KR" altLang="en-US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정수기로 인한 화상</a:t>
            </a:r>
            <a:endParaRPr lang="en-US" altLang="ko-KR" sz="1200" dirty="0">
              <a:solidFill>
                <a:srgbClr val="000014"/>
              </a:solidFill>
              <a:latin typeface="나눔스퀘어 네오 OTF Bold" panose="00000800000000000000" pitchFamily="50" charset="-127"/>
              <a:ea typeface="나눔스퀘어 네오 OTF Bold" panose="00000800000000000000" pitchFamily="50" charset="-127"/>
            </a:endParaRPr>
          </a:p>
          <a:p>
            <a:r>
              <a:rPr lang="en-US" altLang="ko-KR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· </a:t>
            </a:r>
            <a:r>
              <a:rPr lang="ko-KR" altLang="en-US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회전문</a:t>
            </a:r>
            <a:r>
              <a:rPr lang="en-US" altLang="ko-KR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, </a:t>
            </a:r>
            <a:r>
              <a:rPr lang="ko-KR" altLang="en-US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에스컬레이터</a:t>
            </a:r>
            <a:r>
              <a:rPr lang="en-US" altLang="ko-KR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/</a:t>
            </a:r>
            <a:r>
              <a:rPr lang="ko-KR" altLang="en-US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엘리베이터 관련 사고</a:t>
            </a:r>
            <a:endParaRPr lang="en-US" altLang="ko-KR" sz="1200" dirty="0">
              <a:solidFill>
                <a:srgbClr val="000014"/>
              </a:solidFill>
              <a:latin typeface="나눔스퀘어 네오 OTF Bold" panose="00000800000000000000" pitchFamily="50" charset="-127"/>
              <a:ea typeface="나눔스퀘어 네오 OTF Bold" panose="00000800000000000000" pitchFamily="50" charset="-127"/>
            </a:endParaRPr>
          </a:p>
          <a:p>
            <a:r>
              <a:rPr lang="en-US" altLang="ko-KR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· </a:t>
            </a:r>
            <a:r>
              <a:rPr lang="ko-KR" altLang="en-US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충돌</a:t>
            </a:r>
            <a:r>
              <a:rPr lang="en-US" altLang="ko-KR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(</a:t>
            </a:r>
            <a:r>
              <a:rPr lang="ko-KR" altLang="en-US" sz="1200" dirty="0" err="1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이송카트</a:t>
            </a:r>
            <a:r>
              <a:rPr lang="en-US" altLang="ko-KR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, </a:t>
            </a:r>
            <a:r>
              <a:rPr lang="ko-KR" altLang="en-US" sz="1200" dirty="0" err="1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배식카트</a:t>
            </a:r>
            <a:r>
              <a:rPr lang="en-US" altLang="ko-KR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, </a:t>
            </a:r>
            <a:r>
              <a:rPr lang="ko-KR" altLang="en-US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휠체어 등</a:t>
            </a:r>
            <a:r>
              <a:rPr lang="en-US" altLang="ko-KR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)</a:t>
            </a:r>
          </a:p>
          <a:p>
            <a:r>
              <a:rPr lang="en-US" altLang="ko-KR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· </a:t>
            </a:r>
            <a:r>
              <a:rPr lang="ko-KR" altLang="en-US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벽 부착물 낙하로 인한 상해</a:t>
            </a:r>
            <a:endParaRPr lang="en-US" altLang="ko-KR" sz="1200" dirty="0">
              <a:solidFill>
                <a:srgbClr val="000014"/>
              </a:solidFill>
              <a:latin typeface="나눔스퀘어 네오 OTF Bold" panose="00000800000000000000" pitchFamily="50" charset="-127"/>
              <a:ea typeface="나눔스퀘어 네오 OTF Bold" panose="00000800000000000000" pitchFamily="50" charset="-127"/>
            </a:endParaRPr>
          </a:p>
          <a:p>
            <a:r>
              <a:rPr lang="en-US" altLang="ko-KR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· </a:t>
            </a:r>
            <a:r>
              <a:rPr lang="ko-KR" altLang="en-US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기타 </a:t>
            </a:r>
            <a:r>
              <a:rPr lang="en-US" altLang="ko-KR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: </a:t>
            </a:r>
            <a:r>
              <a:rPr lang="ko-KR" altLang="en-US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진료</a:t>
            </a:r>
            <a:r>
              <a:rPr lang="en-US" altLang="ko-KR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(</a:t>
            </a:r>
            <a:r>
              <a:rPr lang="ko-KR" altLang="en-US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행위</a:t>
            </a:r>
            <a:r>
              <a:rPr lang="en-US" altLang="ko-KR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)</a:t>
            </a:r>
            <a:r>
              <a:rPr lang="ko-KR" altLang="en-US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와 무관하게 발생하는 사고</a:t>
            </a:r>
          </a:p>
        </p:txBody>
      </p:sp>
      <p:sp>
        <p:nvSpPr>
          <p:cNvPr id="96" name="모서리가 둥근 직사각형 23">
            <a:extLst>
              <a:ext uri="{FF2B5EF4-FFF2-40B4-BE49-F238E27FC236}">
                <a16:creationId xmlns:a16="http://schemas.microsoft.com/office/drawing/2014/main" id="{D20A716D-A7B2-4DCF-A0E9-9271CDD2A92D}"/>
              </a:ext>
            </a:extLst>
          </p:cNvPr>
          <p:cNvSpPr/>
          <p:nvPr/>
        </p:nvSpPr>
        <p:spPr>
          <a:xfrm>
            <a:off x="3353053" y="3561816"/>
            <a:ext cx="2800241" cy="55035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▣</a:t>
            </a:r>
            <a:r>
              <a:rPr lang="en-US" altLang="ko-KR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  </a:t>
            </a:r>
            <a:r>
              <a:rPr lang="ko-KR" altLang="en-US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외래</a:t>
            </a:r>
            <a:r>
              <a:rPr lang="en-US" altLang="ko-KR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, </a:t>
            </a:r>
            <a:r>
              <a:rPr lang="ko-KR" altLang="en-US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병동</a:t>
            </a:r>
            <a:r>
              <a:rPr lang="en-US" altLang="ko-KR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, </a:t>
            </a:r>
            <a:r>
              <a:rPr lang="ko-KR" altLang="en-US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검사실 등 </a:t>
            </a:r>
            <a:r>
              <a:rPr lang="en-US" altLang="ko-KR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: </a:t>
            </a:r>
            <a:r>
              <a:rPr lang="ko-KR" altLang="en-US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해당부서</a:t>
            </a:r>
            <a:endParaRPr lang="en-US" altLang="ko-KR" sz="1200" dirty="0">
              <a:solidFill>
                <a:srgbClr val="000014"/>
              </a:solidFill>
              <a:latin typeface="나눔스퀘어 네오 OTF Bold" panose="00000800000000000000" pitchFamily="50" charset="-127"/>
              <a:ea typeface="나눔스퀘어 네오 OTF Bold" panose="00000800000000000000" pitchFamily="50" charset="-127"/>
            </a:endParaRPr>
          </a:p>
          <a:p>
            <a:r>
              <a:rPr lang="ko-KR" altLang="en-US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▣</a:t>
            </a:r>
            <a:r>
              <a:rPr lang="en-US" altLang="ko-KR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  </a:t>
            </a:r>
            <a:r>
              <a:rPr lang="ko-KR" altLang="en-US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그 외 구역 </a:t>
            </a:r>
            <a:r>
              <a:rPr lang="en-US" altLang="ko-KR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: </a:t>
            </a:r>
            <a:r>
              <a:rPr lang="ko-KR" altLang="en-US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안내데스크</a:t>
            </a:r>
            <a:endParaRPr lang="en-US" altLang="ko-KR" sz="1200" dirty="0">
              <a:solidFill>
                <a:srgbClr val="000014"/>
              </a:solidFill>
              <a:latin typeface="나눔스퀘어 네오 OTF Bold" panose="00000800000000000000" pitchFamily="50" charset="-127"/>
              <a:ea typeface="나눔스퀘어 네오 OTF Bold" panose="00000800000000000000" pitchFamily="50" charset="-127"/>
            </a:endParaRPr>
          </a:p>
        </p:txBody>
      </p:sp>
      <p:sp>
        <p:nvSpPr>
          <p:cNvPr id="97" name="모서리가 둥근 직사각형 24">
            <a:extLst>
              <a:ext uri="{FF2B5EF4-FFF2-40B4-BE49-F238E27FC236}">
                <a16:creationId xmlns:a16="http://schemas.microsoft.com/office/drawing/2014/main" id="{96D3078D-CF0B-4C99-ACD1-69889C3A3CEA}"/>
              </a:ext>
            </a:extLst>
          </p:cNvPr>
          <p:cNvSpPr/>
          <p:nvPr/>
        </p:nvSpPr>
        <p:spPr>
          <a:xfrm>
            <a:off x="3448303" y="5042753"/>
            <a:ext cx="2800241" cy="866255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ko-KR" altLang="en-US" sz="1200" spc="-150" dirty="0">
              <a:solidFill>
                <a:srgbClr val="000014"/>
              </a:solidFill>
              <a:latin typeface="나눔스퀘어 네오 OTF Bold" panose="00000800000000000000" pitchFamily="50" charset="-127"/>
              <a:ea typeface="나눔스퀘어 네오 OTF Bold" panose="00000800000000000000" pitchFamily="50" charset="-127"/>
            </a:endParaRPr>
          </a:p>
        </p:txBody>
      </p:sp>
      <p:graphicFrame>
        <p:nvGraphicFramePr>
          <p:cNvPr id="98" name="표 97">
            <a:extLst>
              <a:ext uri="{FF2B5EF4-FFF2-40B4-BE49-F238E27FC236}">
                <a16:creationId xmlns:a16="http://schemas.microsoft.com/office/drawing/2014/main" id="{C96FC203-19D9-489C-80D1-E89121853B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909073"/>
              </p:ext>
            </p:extLst>
          </p:nvPr>
        </p:nvGraphicFramePr>
        <p:xfrm>
          <a:off x="3448307" y="4079107"/>
          <a:ext cx="2870479" cy="738456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706396">
                  <a:extLst>
                    <a:ext uri="{9D8B030D-6E8A-4147-A177-3AD203B41FA5}">
                      <a16:colId xmlns:a16="http://schemas.microsoft.com/office/drawing/2014/main" val="834270091"/>
                    </a:ext>
                  </a:extLst>
                </a:gridCol>
                <a:gridCol w="617280">
                  <a:extLst>
                    <a:ext uri="{9D8B030D-6E8A-4147-A177-3AD203B41FA5}">
                      <a16:colId xmlns:a16="http://schemas.microsoft.com/office/drawing/2014/main" val="3499759080"/>
                    </a:ext>
                  </a:extLst>
                </a:gridCol>
                <a:gridCol w="941745">
                  <a:extLst>
                    <a:ext uri="{9D8B030D-6E8A-4147-A177-3AD203B41FA5}">
                      <a16:colId xmlns:a16="http://schemas.microsoft.com/office/drawing/2014/main" val="1707270104"/>
                    </a:ext>
                  </a:extLst>
                </a:gridCol>
                <a:gridCol w="605058">
                  <a:extLst>
                    <a:ext uri="{9D8B030D-6E8A-4147-A177-3AD203B41FA5}">
                      <a16:colId xmlns:a16="http://schemas.microsoft.com/office/drawing/2014/main" val="3586058642"/>
                    </a:ext>
                  </a:extLst>
                </a:gridCol>
              </a:tblGrid>
              <a:tr h="1846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kern="1200" spc="0" baseline="0" dirty="0">
                          <a:solidFill>
                            <a:srgbClr val="000014"/>
                          </a:solidFill>
                          <a:latin typeface="나눔스퀘어 네오 OTF Bold" panose="00000800000000000000" pitchFamily="50" charset="-127"/>
                          <a:ea typeface="나눔스퀘어 네오 OTF Bold" panose="00000800000000000000" pitchFamily="50" charset="-127"/>
                          <a:cs typeface="+mn-cs"/>
                        </a:rPr>
                        <a:t>본관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200" spc="0" baseline="0" dirty="0">
                          <a:solidFill>
                            <a:srgbClr val="000014"/>
                          </a:solidFill>
                          <a:latin typeface="나눔스퀘어 네오 OTF Bold" panose="00000800000000000000" pitchFamily="50" charset="-127"/>
                          <a:ea typeface="나눔스퀘어 네오 OTF Bold" panose="00000800000000000000" pitchFamily="50" charset="-127"/>
                          <a:cs typeface="+mn-cs"/>
                        </a:rPr>
                        <a:t>74915</a:t>
                      </a:r>
                      <a:endParaRPr lang="ko-KR" altLang="en-US" sz="1000" b="0" kern="1200" spc="0" baseline="0" dirty="0">
                        <a:solidFill>
                          <a:srgbClr val="000014"/>
                        </a:solidFill>
                        <a:latin typeface="나눔스퀘어 네오 OTF Bold" panose="00000800000000000000" pitchFamily="50" charset="-127"/>
                        <a:ea typeface="나눔스퀘어 네오 OTF Bold" panose="00000800000000000000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kern="1200" spc="0" baseline="0" dirty="0">
                          <a:solidFill>
                            <a:srgbClr val="000014"/>
                          </a:solidFill>
                          <a:latin typeface="나눔스퀘어 네오 OTF Bold" panose="00000800000000000000" pitchFamily="50" charset="-127"/>
                          <a:ea typeface="나눔스퀘어 네오 OTF Bold" panose="00000800000000000000" pitchFamily="50" charset="-127"/>
                          <a:cs typeface="+mn-cs"/>
                        </a:rPr>
                        <a:t>심장혈관병원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200" spc="0" baseline="0" dirty="0">
                          <a:solidFill>
                            <a:srgbClr val="000014"/>
                          </a:solidFill>
                          <a:latin typeface="나눔스퀘어 네오 OTF Bold" panose="00000800000000000000" pitchFamily="50" charset="-127"/>
                          <a:ea typeface="나눔스퀘어 네오 OTF Bold" panose="00000800000000000000" pitchFamily="50" charset="-127"/>
                          <a:cs typeface="+mn-cs"/>
                        </a:rPr>
                        <a:t>88244</a:t>
                      </a:r>
                      <a:endParaRPr lang="ko-KR" altLang="en-US" sz="1000" b="0" kern="1200" spc="0" baseline="0" dirty="0">
                        <a:solidFill>
                          <a:srgbClr val="000014"/>
                        </a:solidFill>
                        <a:latin typeface="나눔스퀘어 네오 OTF Bold" panose="00000800000000000000" pitchFamily="50" charset="-127"/>
                        <a:ea typeface="나눔스퀘어 네오 OTF Bold" panose="00000800000000000000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5867547"/>
                  </a:ext>
                </a:extLst>
              </a:tr>
              <a:tr h="1846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kern="1200" spc="0" baseline="0" dirty="0" err="1">
                          <a:solidFill>
                            <a:srgbClr val="000014"/>
                          </a:solidFill>
                          <a:latin typeface="나눔스퀘어 네오 OTF Bold" panose="00000800000000000000" pitchFamily="50" charset="-127"/>
                          <a:ea typeface="나눔스퀘어 네오 OTF Bold" panose="00000800000000000000" pitchFamily="50" charset="-127"/>
                          <a:cs typeface="+mn-cs"/>
                        </a:rPr>
                        <a:t>암병원</a:t>
                      </a:r>
                      <a:endParaRPr lang="ko-KR" altLang="en-US" sz="1000" b="0" kern="1200" spc="0" baseline="0" dirty="0">
                        <a:solidFill>
                          <a:srgbClr val="000014"/>
                        </a:solidFill>
                        <a:latin typeface="나눔스퀘어 네오 OTF Bold" panose="00000800000000000000" pitchFamily="50" charset="-127"/>
                        <a:ea typeface="나눔스퀘어 네오 OTF Bold" panose="00000800000000000000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200" spc="0" baseline="0" dirty="0">
                          <a:solidFill>
                            <a:srgbClr val="000014"/>
                          </a:solidFill>
                          <a:latin typeface="나눔스퀘어 네오 OTF Bold" panose="00000800000000000000" pitchFamily="50" charset="-127"/>
                          <a:ea typeface="나눔스퀘어 네오 OTF Bold" panose="00000800000000000000" pitchFamily="50" charset="-127"/>
                          <a:cs typeface="+mn-cs"/>
                        </a:rPr>
                        <a:t>84032</a:t>
                      </a:r>
                      <a:endParaRPr lang="ko-KR" altLang="en-US" sz="1000" b="0" kern="1200" spc="0" baseline="0" dirty="0">
                        <a:solidFill>
                          <a:srgbClr val="000014"/>
                        </a:solidFill>
                        <a:latin typeface="나눔스퀘어 네오 OTF Bold" panose="00000800000000000000" pitchFamily="50" charset="-127"/>
                        <a:ea typeface="나눔스퀘어 네오 OTF Bold" panose="00000800000000000000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kern="1200" spc="0" baseline="0" dirty="0">
                          <a:solidFill>
                            <a:srgbClr val="000014"/>
                          </a:solidFill>
                          <a:latin typeface="나눔스퀘어 네오 OTF Bold" panose="00000800000000000000" pitchFamily="50" charset="-127"/>
                          <a:ea typeface="나눔스퀘어 네오 OTF Bold" panose="00000800000000000000" pitchFamily="50" charset="-127"/>
                          <a:cs typeface="+mn-cs"/>
                        </a:rPr>
                        <a:t>어린이병원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200" spc="0" baseline="0" dirty="0">
                          <a:solidFill>
                            <a:srgbClr val="000014"/>
                          </a:solidFill>
                          <a:latin typeface="나눔스퀘어 네오 OTF Bold" panose="00000800000000000000" pitchFamily="50" charset="-127"/>
                          <a:ea typeface="나눔스퀘어 네오 OTF Bold" panose="00000800000000000000" pitchFamily="50" charset="-127"/>
                          <a:cs typeface="+mn-cs"/>
                        </a:rPr>
                        <a:t>85950</a:t>
                      </a:r>
                      <a:endParaRPr lang="ko-KR" altLang="en-US" sz="1000" b="0" kern="1200" spc="0" baseline="0" dirty="0">
                        <a:solidFill>
                          <a:srgbClr val="000014"/>
                        </a:solidFill>
                        <a:latin typeface="나눔스퀘어 네오 OTF Bold" panose="00000800000000000000" pitchFamily="50" charset="-127"/>
                        <a:ea typeface="나눔스퀘어 네오 OTF Bold" panose="00000800000000000000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443739"/>
                  </a:ext>
                </a:extLst>
              </a:tr>
              <a:tr h="1846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kern="1200" spc="0" baseline="0" dirty="0">
                          <a:solidFill>
                            <a:srgbClr val="000014"/>
                          </a:solidFill>
                          <a:latin typeface="나눔스퀘어 네오 OTF Bold" panose="00000800000000000000" pitchFamily="50" charset="-127"/>
                          <a:ea typeface="나눔스퀘어 네오 OTF Bold" panose="00000800000000000000" pitchFamily="50" charset="-127"/>
                          <a:cs typeface="+mn-cs"/>
                        </a:rPr>
                        <a:t>재활병원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200" spc="0" baseline="0" dirty="0">
                          <a:solidFill>
                            <a:srgbClr val="000014"/>
                          </a:solidFill>
                          <a:latin typeface="나눔스퀘어 네오 OTF Bold" panose="00000800000000000000" pitchFamily="50" charset="-127"/>
                          <a:ea typeface="나눔스퀘어 네오 OTF Bold" panose="00000800000000000000" pitchFamily="50" charset="-127"/>
                          <a:cs typeface="+mn-cs"/>
                        </a:rPr>
                        <a:t>83757</a:t>
                      </a:r>
                      <a:endParaRPr lang="ko-KR" altLang="en-US" sz="1000" b="0" kern="1200" spc="0" baseline="0" dirty="0">
                        <a:solidFill>
                          <a:srgbClr val="000014"/>
                        </a:solidFill>
                        <a:latin typeface="나눔스퀘어 네오 OTF Bold" panose="00000800000000000000" pitchFamily="50" charset="-127"/>
                        <a:ea typeface="나눔스퀘어 네오 OTF Bold" panose="00000800000000000000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kern="1200" spc="0" baseline="0" dirty="0" err="1">
                          <a:solidFill>
                            <a:srgbClr val="000014"/>
                          </a:solidFill>
                          <a:latin typeface="나눔스퀘어 네오 OTF Bold" panose="00000800000000000000" pitchFamily="50" charset="-127"/>
                          <a:ea typeface="나눔스퀘어 네오 OTF Bold" panose="00000800000000000000" pitchFamily="50" charset="-127"/>
                          <a:cs typeface="+mn-cs"/>
                        </a:rPr>
                        <a:t>안과병원</a:t>
                      </a:r>
                      <a:endParaRPr lang="ko-KR" altLang="en-US" sz="1000" b="0" kern="1200" spc="0" baseline="0" dirty="0">
                        <a:solidFill>
                          <a:srgbClr val="000014"/>
                        </a:solidFill>
                        <a:latin typeface="나눔스퀘어 네오 OTF Bold" panose="00000800000000000000" pitchFamily="50" charset="-127"/>
                        <a:ea typeface="나눔스퀘어 네오 OTF Bold" panose="00000800000000000000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200" spc="0" baseline="0" dirty="0">
                          <a:solidFill>
                            <a:srgbClr val="000014"/>
                          </a:solidFill>
                          <a:latin typeface="나눔스퀘어 네오 OTF Bold" panose="00000800000000000000" pitchFamily="50" charset="-127"/>
                          <a:ea typeface="나눔스퀘어 네오 OTF Bold" panose="00000800000000000000" pitchFamily="50" charset="-127"/>
                          <a:cs typeface="+mn-cs"/>
                        </a:rPr>
                        <a:t>83416</a:t>
                      </a:r>
                      <a:endParaRPr lang="ko-KR" altLang="en-US" sz="1000" b="0" kern="1200" spc="0" baseline="0" dirty="0">
                        <a:solidFill>
                          <a:srgbClr val="000014"/>
                        </a:solidFill>
                        <a:latin typeface="나눔스퀘어 네오 OTF Bold" panose="00000800000000000000" pitchFamily="50" charset="-127"/>
                        <a:ea typeface="나눔스퀘어 네오 OTF Bold" panose="00000800000000000000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8949764"/>
                  </a:ext>
                </a:extLst>
              </a:tr>
              <a:tr h="1846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kern="1200" spc="0" baseline="0" dirty="0">
                          <a:solidFill>
                            <a:srgbClr val="000014"/>
                          </a:solidFill>
                          <a:latin typeface="나눔스퀘어 네오 OTF Bold" panose="00000800000000000000" pitchFamily="50" charset="-127"/>
                          <a:ea typeface="나눔스퀘어 네오 OTF Bold" panose="00000800000000000000" pitchFamily="50" charset="-127"/>
                          <a:cs typeface="+mn-cs"/>
                        </a:rPr>
                        <a:t>치과병원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1200" spc="0" baseline="0" dirty="0">
                          <a:solidFill>
                            <a:srgbClr val="000014"/>
                          </a:solidFill>
                          <a:latin typeface="나눔스퀘어 네오 OTF Bold" panose="00000800000000000000" pitchFamily="50" charset="-127"/>
                          <a:ea typeface="나눔스퀘어 네오 OTF Bold" panose="00000800000000000000" pitchFamily="50" charset="-127"/>
                          <a:cs typeface="+mn-cs"/>
                        </a:rPr>
                        <a:t>44351</a:t>
                      </a:r>
                      <a:endParaRPr lang="ko-KR" altLang="en-US" sz="1000" b="0" kern="1200" spc="0" baseline="0" dirty="0">
                        <a:solidFill>
                          <a:srgbClr val="000014"/>
                        </a:solidFill>
                        <a:latin typeface="나눔스퀘어 네오 OTF Bold" panose="00000800000000000000" pitchFamily="50" charset="-127"/>
                        <a:ea typeface="나눔스퀘어 네오 OTF Bold" panose="00000800000000000000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kern="1200" spc="0" baseline="0" dirty="0">
                        <a:solidFill>
                          <a:srgbClr val="000014"/>
                        </a:solidFill>
                        <a:latin typeface="나눔스퀘어 네오 OTF Bold" panose="00000800000000000000" pitchFamily="50" charset="-127"/>
                        <a:ea typeface="나눔스퀘어 네오 OTF Bold" panose="00000800000000000000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kern="1200" spc="0" baseline="0" dirty="0">
                        <a:solidFill>
                          <a:srgbClr val="000014"/>
                        </a:solidFill>
                        <a:latin typeface="나눔스퀘어 네오 OTF Bold" panose="00000800000000000000" pitchFamily="50" charset="-127"/>
                        <a:ea typeface="나눔스퀘어 네오 OTF Bold" panose="00000800000000000000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749501"/>
                  </a:ext>
                </a:extLst>
              </a:tr>
            </a:tbl>
          </a:graphicData>
        </a:graphic>
      </p:graphicFrame>
      <p:sp>
        <p:nvSpPr>
          <p:cNvPr id="99" name="모서리가 둥근 직사각형 29">
            <a:extLst>
              <a:ext uri="{FF2B5EF4-FFF2-40B4-BE49-F238E27FC236}">
                <a16:creationId xmlns:a16="http://schemas.microsoft.com/office/drawing/2014/main" id="{EE40C229-EFEB-42A3-8365-67A55358D11E}"/>
              </a:ext>
            </a:extLst>
          </p:cNvPr>
          <p:cNvSpPr/>
          <p:nvPr/>
        </p:nvSpPr>
        <p:spPr>
          <a:xfrm>
            <a:off x="3353053" y="5271258"/>
            <a:ext cx="2800241" cy="28956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▣</a:t>
            </a:r>
            <a:r>
              <a:rPr lang="en-US" altLang="ko-KR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  </a:t>
            </a:r>
            <a:r>
              <a:rPr lang="ko-KR" altLang="en-US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담당자 </a:t>
            </a:r>
            <a:r>
              <a:rPr lang="en-US" altLang="ko-KR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: </a:t>
            </a:r>
            <a:r>
              <a:rPr lang="ko-KR" altLang="en-US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각 병원 사무</a:t>
            </a:r>
            <a:r>
              <a:rPr lang="en-US" altLang="ko-KR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 ·</a:t>
            </a:r>
            <a:r>
              <a:rPr lang="ko-KR" altLang="en-US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  총무 부서</a:t>
            </a:r>
            <a:endParaRPr lang="en-US" altLang="ko-KR" sz="1200" dirty="0">
              <a:solidFill>
                <a:srgbClr val="000014"/>
              </a:solidFill>
              <a:latin typeface="나눔스퀘어 네오 OTF Bold" panose="00000800000000000000" pitchFamily="50" charset="-127"/>
              <a:ea typeface="나눔스퀘어 네오 OTF Bold" panose="00000800000000000000" pitchFamily="50" charset="-127"/>
            </a:endParaRPr>
          </a:p>
        </p:txBody>
      </p:sp>
      <p:graphicFrame>
        <p:nvGraphicFramePr>
          <p:cNvPr id="101" name="표 100">
            <a:extLst>
              <a:ext uri="{FF2B5EF4-FFF2-40B4-BE49-F238E27FC236}">
                <a16:creationId xmlns:a16="http://schemas.microsoft.com/office/drawing/2014/main" id="{776C0648-24F2-45BC-B8D8-4AE9D72CB0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363899"/>
              </p:ext>
            </p:extLst>
          </p:nvPr>
        </p:nvGraphicFramePr>
        <p:xfrm>
          <a:off x="3448305" y="5583193"/>
          <a:ext cx="2870479" cy="1258862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714309">
                  <a:extLst>
                    <a:ext uri="{9D8B030D-6E8A-4147-A177-3AD203B41FA5}">
                      <a16:colId xmlns:a16="http://schemas.microsoft.com/office/drawing/2014/main" val="834270091"/>
                    </a:ext>
                  </a:extLst>
                </a:gridCol>
                <a:gridCol w="601452">
                  <a:extLst>
                    <a:ext uri="{9D8B030D-6E8A-4147-A177-3AD203B41FA5}">
                      <a16:colId xmlns:a16="http://schemas.microsoft.com/office/drawing/2014/main" val="3499759080"/>
                    </a:ext>
                  </a:extLst>
                </a:gridCol>
                <a:gridCol w="949660">
                  <a:extLst>
                    <a:ext uri="{9D8B030D-6E8A-4147-A177-3AD203B41FA5}">
                      <a16:colId xmlns:a16="http://schemas.microsoft.com/office/drawing/2014/main" val="1707270104"/>
                    </a:ext>
                  </a:extLst>
                </a:gridCol>
                <a:gridCol w="605058">
                  <a:extLst>
                    <a:ext uri="{9D8B030D-6E8A-4147-A177-3AD203B41FA5}">
                      <a16:colId xmlns:a16="http://schemas.microsoft.com/office/drawing/2014/main" val="3586058642"/>
                    </a:ext>
                  </a:extLst>
                </a:gridCol>
              </a:tblGrid>
              <a:tr h="1903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kern="1200" spc="0" baseline="0" dirty="0">
                          <a:solidFill>
                            <a:srgbClr val="000014"/>
                          </a:solidFill>
                          <a:latin typeface="나눔스퀘어 네오 OTF Bold" panose="00000800000000000000" pitchFamily="50" charset="-127"/>
                          <a:ea typeface="나눔스퀘어 네오 OTF Bold" panose="00000800000000000000" pitchFamily="50" charset="-127"/>
                          <a:cs typeface="+mn-cs"/>
                        </a:rPr>
                        <a:t>본관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kern="1200" spc="0" baseline="0" dirty="0">
                          <a:solidFill>
                            <a:srgbClr val="000014"/>
                          </a:solidFill>
                          <a:latin typeface="나눔스퀘어 네오 OTF Bold" panose="00000800000000000000" pitchFamily="50" charset="-127"/>
                          <a:ea typeface="나눔스퀘어 네오 OTF Bold" panose="00000800000000000000" pitchFamily="50" charset="-127"/>
                          <a:cs typeface="+mn-cs"/>
                        </a:rPr>
                        <a:t>85043</a:t>
                      </a:r>
                      <a:endParaRPr lang="ko-KR" altLang="en-US" sz="1000" kern="1200" spc="0" baseline="0" dirty="0">
                        <a:solidFill>
                          <a:srgbClr val="000014"/>
                        </a:solidFill>
                        <a:latin typeface="나눔스퀘어 네오 OTF Bold" panose="00000800000000000000" pitchFamily="50" charset="-127"/>
                        <a:ea typeface="나눔스퀘어 네오 OTF Bold" panose="00000800000000000000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kern="1200" spc="0" baseline="0" dirty="0">
                          <a:solidFill>
                            <a:srgbClr val="000014"/>
                          </a:solidFill>
                          <a:latin typeface="나눔스퀘어 네오 OTF Bold" panose="00000800000000000000" pitchFamily="50" charset="-127"/>
                          <a:ea typeface="나눔스퀘어 네오 OTF Bold" panose="00000800000000000000" pitchFamily="50" charset="-127"/>
                          <a:cs typeface="+mn-cs"/>
                        </a:rPr>
                        <a:t>심장혈관병원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kern="1200" spc="0" baseline="0" dirty="0">
                          <a:solidFill>
                            <a:srgbClr val="000014"/>
                          </a:solidFill>
                          <a:latin typeface="나눔스퀘어 네오 OTF Bold" panose="00000800000000000000" pitchFamily="50" charset="-127"/>
                          <a:ea typeface="나눔스퀘어 네오 OTF Bold" panose="00000800000000000000" pitchFamily="50" charset="-127"/>
                          <a:cs typeface="+mn-cs"/>
                        </a:rPr>
                        <a:t>88219</a:t>
                      </a:r>
                      <a:endParaRPr lang="ko-KR" altLang="en-US" sz="1000" kern="1200" spc="0" baseline="0" dirty="0">
                        <a:solidFill>
                          <a:srgbClr val="000014"/>
                        </a:solidFill>
                        <a:latin typeface="나눔스퀘어 네오 OTF Bold" panose="00000800000000000000" pitchFamily="50" charset="-127"/>
                        <a:ea typeface="나눔스퀘어 네오 OTF Bold" panose="00000800000000000000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5867547"/>
                  </a:ext>
                </a:extLst>
              </a:tr>
              <a:tr h="1903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kern="1200" spc="0" baseline="0" dirty="0" err="1">
                          <a:solidFill>
                            <a:srgbClr val="000014"/>
                          </a:solidFill>
                          <a:latin typeface="나눔스퀘어 네오 OTF Bold" panose="00000800000000000000" pitchFamily="50" charset="-127"/>
                          <a:ea typeface="나눔스퀘어 네오 OTF Bold" panose="00000800000000000000" pitchFamily="50" charset="-127"/>
                          <a:cs typeface="+mn-cs"/>
                        </a:rPr>
                        <a:t>암병원</a:t>
                      </a:r>
                      <a:endParaRPr lang="ko-KR" altLang="en-US" sz="1000" kern="1200" spc="0" baseline="0" dirty="0">
                        <a:solidFill>
                          <a:srgbClr val="000014"/>
                        </a:solidFill>
                        <a:latin typeface="나눔스퀘어 네오 OTF Bold" panose="00000800000000000000" pitchFamily="50" charset="-127"/>
                        <a:ea typeface="나눔스퀘어 네오 OTF Bold" panose="00000800000000000000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kern="1200" spc="0" baseline="0" dirty="0">
                          <a:solidFill>
                            <a:srgbClr val="000014"/>
                          </a:solidFill>
                          <a:latin typeface="나눔스퀘어 네오 OTF Bold" panose="00000800000000000000" pitchFamily="50" charset="-127"/>
                          <a:ea typeface="나눔스퀘어 네오 OTF Bold" panose="00000800000000000000" pitchFamily="50" charset="-127"/>
                          <a:cs typeface="+mn-cs"/>
                        </a:rPr>
                        <a:t>84017</a:t>
                      </a:r>
                      <a:endParaRPr lang="ko-KR" altLang="en-US" sz="1000" kern="1200" spc="0" baseline="0" dirty="0">
                        <a:solidFill>
                          <a:srgbClr val="000014"/>
                        </a:solidFill>
                        <a:latin typeface="나눔스퀘어 네오 OTF Bold" panose="00000800000000000000" pitchFamily="50" charset="-127"/>
                        <a:ea typeface="나눔스퀘어 네오 OTF Bold" panose="00000800000000000000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kern="1200" spc="0" baseline="0" dirty="0">
                          <a:solidFill>
                            <a:srgbClr val="000014"/>
                          </a:solidFill>
                          <a:latin typeface="나눔스퀘어 네오 OTF Bold" panose="00000800000000000000" pitchFamily="50" charset="-127"/>
                          <a:ea typeface="나눔스퀘어 네오 OTF Bold" panose="00000800000000000000" pitchFamily="50" charset="-127"/>
                          <a:cs typeface="+mn-cs"/>
                        </a:rPr>
                        <a:t>어린이병원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kern="1200" spc="0" baseline="0" dirty="0">
                          <a:solidFill>
                            <a:srgbClr val="000014"/>
                          </a:solidFill>
                          <a:latin typeface="나눔스퀘어 네오 OTF Bold" panose="00000800000000000000" pitchFamily="50" charset="-127"/>
                          <a:ea typeface="나눔스퀘어 네오 OTF Bold" panose="00000800000000000000" pitchFamily="50" charset="-127"/>
                          <a:cs typeface="+mn-cs"/>
                        </a:rPr>
                        <a:t>85944</a:t>
                      </a:r>
                      <a:endParaRPr lang="ko-KR" altLang="en-US" sz="1000" kern="1200" spc="0" baseline="0" dirty="0">
                        <a:solidFill>
                          <a:srgbClr val="000014"/>
                        </a:solidFill>
                        <a:latin typeface="나눔스퀘어 네오 OTF Bold" panose="00000800000000000000" pitchFamily="50" charset="-127"/>
                        <a:ea typeface="나눔스퀘어 네오 OTF Bold" panose="00000800000000000000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443739"/>
                  </a:ext>
                </a:extLst>
              </a:tr>
              <a:tr h="20886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kern="1200" spc="0" baseline="0" dirty="0">
                          <a:solidFill>
                            <a:srgbClr val="000014"/>
                          </a:solidFill>
                          <a:latin typeface="나눔스퀘어 네오 OTF Bold" panose="00000800000000000000" pitchFamily="50" charset="-127"/>
                          <a:ea typeface="나눔스퀘어 네오 OTF Bold" panose="00000800000000000000" pitchFamily="50" charset="-127"/>
                          <a:cs typeface="+mn-cs"/>
                        </a:rPr>
                        <a:t>재활병원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kern="1200" spc="0" baseline="0" dirty="0">
                          <a:solidFill>
                            <a:srgbClr val="000014"/>
                          </a:solidFill>
                          <a:latin typeface="나눔스퀘어 네오 OTF Bold" panose="00000800000000000000" pitchFamily="50" charset="-127"/>
                          <a:ea typeface="나눔스퀘어 네오 OTF Bold" panose="00000800000000000000" pitchFamily="50" charset="-127"/>
                          <a:cs typeface="+mn-cs"/>
                        </a:rPr>
                        <a:t>83751</a:t>
                      </a:r>
                      <a:endParaRPr lang="ko-KR" altLang="en-US" sz="1000" kern="1200" spc="0" baseline="0" dirty="0">
                        <a:solidFill>
                          <a:srgbClr val="000014"/>
                        </a:solidFill>
                        <a:latin typeface="나눔스퀘어 네오 OTF Bold" panose="00000800000000000000" pitchFamily="50" charset="-127"/>
                        <a:ea typeface="나눔스퀘어 네오 OTF Bold" panose="00000800000000000000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kern="1200" spc="0" baseline="0" dirty="0" err="1">
                          <a:solidFill>
                            <a:srgbClr val="000014"/>
                          </a:solidFill>
                          <a:latin typeface="나눔스퀘어 네오 OTF Bold" panose="00000800000000000000" pitchFamily="50" charset="-127"/>
                          <a:ea typeface="나눔스퀘어 네오 OTF Bold" panose="00000800000000000000" pitchFamily="50" charset="-127"/>
                          <a:cs typeface="+mn-cs"/>
                        </a:rPr>
                        <a:t>안과병원</a:t>
                      </a:r>
                      <a:endParaRPr lang="ko-KR" altLang="en-US" sz="1000" kern="1200" spc="0" baseline="0" dirty="0">
                        <a:solidFill>
                          <a:srgbClr val="000014"/>
                        </a:solidFill>
                        <a:latin typeface="나눔스퀘어 네오 OTF Bold" panose="00000800000000000000" pitchFamily="50" charset="-127"/>
                        <a:ea typeface="나눔스퀘어 네오 OTF Bold" panose="00000800000000000000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kern="1200" spc="0" baseline="0" dirty="0">
                          <a:solidFill>
                            <a:srgbClr val="000014"/>
                          </a:solidFill>
                          <a:latin typeface="나눔스퀘어 네오 OTF Bold" panose="00000800000000000000" pitchFamily="50" charset="-127"/>
                          <a:ea typeface="나눔스퀘어 네오 OTF Bold" panose="00000800000000000000" pitchFamily="50" charset="-127"/>
                          <a:cs typeface="+mn-cs"/>
                        </a:rPr>
                        <a:t>83412</a:t>
                      </a:r>
                      <a:endParaRPr lang="ko-KR" altLang="en-US" sz="1000" kern="1200" spc="0" baseline="0" dirty="0">
                        <a:solidFill>
                          <a:srgbClr val="000014"/>
                        </a:solidFill>
                        <a:latin typeface="나눔스퀘어 네오 OTF Bold" panose="00000800000000000000" pitchFamily="50" charset="-127"/>
                        <a:ea typeface="나눔스퀘어 네오 OTF Bold" panose="00000800000000000000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8949764"/>
                  </a:ext>
                </a:extLst>
              </a:tr>
              <a:tr h="1903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kern="1200" spc="0" baseline="0" dirty="0">
                          <a:solidFill>
                            <a:srgbClr val="000014"/>
                          </a:solidFill>
                          <a:latin typeface="나눔스퀘어 네오 OTF Bold" panose="00000800000000000000" pitchFamily="50" charset="-127"/>
                          <a:ea typeface="나눔스퀘어 네오 OTF Bold" panose="00000800000000000000" pitchFamily="50" charset="-127"/>
                          <a:cs typeface="+mn-cs"/>
                        </a:rPr>
                        <a:t>치과병원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kern="1200" spc="0" baseline="0" dirty="0">
                          <a:solidFill>
                            <a:srgbClr val="000014"/>
                          </a:solidFill>
                          <a:latin typeface="나눔스퀘어 네오 OTF Bold" panose="00000800000000000000" pitchFamily="50" charset="-127"/>
                          <a:ea typeface="나눔스퀘어 네오 OTF Bold" panose="00000800000000000000" pitchFamily="50" charset="-127"/>
                          <a:cs typeface="+mn-cs"/>
                        </a:rPr>
                        <a:t>88611</a:t>
                      </a:r>
                      <a:endParaRPr lang="ko-KR" altLang="en-US" sz="1000" kern="1200" spc="0" baseline="0" dirty="0">
                        <a:solidFill>
                          <a:srgbClr val="000014"/>
                        </a:solidFill>
                        <a:latin typeface="나눔스퀘어 네오 OTF Bold" panose="00000800000000000000" pitchFamily="50" charset="-127"/>
                        <a:ea typeface="나눔스퀘어 네오 OTF Bold" panose="00000800000000000000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kern="1200" spc="0" baseline="0" dirty="0">
                        <a:solidFill>
                          <a:srgbClr val="000014"/>
                        </a:solidFill>
                        <a:latin typeface="나눔스퀘어 네오 OTF Bold" panose="00000800000000000000" pitchFamily="50" charset="-127"/>
                        <a:ea typeface="나눔스퀘어 네오 OTF Bold" panose="00000800000000000000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kern="1200" spc="0" baseline="0" dirty="0">
                        <a:solidFill>
                          <a:srgbClr val="000014"/>
                        </a:solidFill>
                        <a:latin typeface="나눔스퀘어 네오 OTF Bold" panose="00000800000000000000" pitchFamily="50" charset="-127"/>
                        <a:ea typeface="나눔스퀘어 네오 OTF Bold" panose="00000800000000000000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78410"/>
                  </a:ext>
                </a:extLst>
              </a:tr>
              <a:tr h="47894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 kern="1200" spc="0" baseline="0" dirty="0">
                          <a:solidFill>
                            <a:srgbClr val="000014"/>
                          </a:solidFill>
                          <a:latin typeface="나눔스퀘어 네오 OTF Bold" panose="00000800000000000000" pitchFamily="50" charset="-127"/>
                          <a:ea typeface="나눔스퀘어 네오 OTF Bold" panose="00000800000000000000" pitchFamily="50" charset="-127"/>
                          <a:cs typeface="+mn-cs"/>
                        </a:rPr>
                        <a:t>총무팀</a:t>
                      </a:r>
                    </a:p>
                    <a:p>
                      <a:pPr marL="0" marR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spc="0" baseline="0" dirty="0">
                          <a:solidFill>
                            <a:srgbClr val="000014"/>
                          </a:solidFill>
                          <a:latin typeface="나눔스퀘어 네오 OTF Bold" panose="00000800000000000000" pitchFamily="50" charset="-127"/>
                          <a:ea typeface="나눔스퀘어 네오 OTF Bold" panose="00000800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kern="1200" spc="0" baseline="0" dirty="0">
                          <a:solidFill>
                            <a:srgbClr val="000014"/>
                          </a:solidFill>
                          <a:latin typeface="나눔스퀘어 네오 OTF Bold" panose="00000800000000000000" pitchFamily="50" charset="-127"/>
                          <a:ea typeface="나눔스퀘어 네오 OTF Bold" panose="00000800000000000000" pitchFamily="50" charset="-127"/>
                          <a:cs typeface="+mn-cs"/>
                        </a:rPr>
                        <a:t>공용구역</a:t>
                      </a:r>
                      <a:r>
                        <a:rPr lang="en-US" altLang="ko-KR" sz="1000" kern="1200" spc="0" baseline="0" dirty="0">
                          <a:solidFill>
                            <a:srgbClr val="000014"/>
                          </a:solidFill>
                          <a:latin typeface="나눔스퀘어 네오 OTF Bold" panose="00000800000000000000" pitchFamily="50" charset="-127"/>
                          <a:ea typeface="나눔스퀘어 네오 OTF Bold" panose="00000800000000000000" pitchFamily="50" charset="-127"/>
                          <a:cs typeface="+mn-cs"/>
                        </a:rPr>
                        <a:t>, </a:t>
                      </a:r>
                    </a:p>
                    <a:p>
                      <a:pPr marL="0" marR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1200" spc="0" baseline="0" dirty="0">
                          <a:solidFill>
                            <a:srgbClr val="000014"/>
                          </a:solidFill>
                          <a:latin typeface="나눔스퀘어 네오 OTF Bold" panose="00000800000000000000" pitchFamily="50" charset="-127"/>
                          <a:ea typeface="나눔스퀘어 네오 OTF Bold" panose="00000800000000000000" pitchFamily="50" charset="-127"/>
                          <a:cs typeface="+mn-cs"/>
                        </a:rPr>
                        <a:t>셔틀버스 등</a:t>
                      </a:r>
                      <a:r>
                        <a:rPr lang="en-US" altLang="ko-KR" sz="1000" kern="1200" spc="0" baseline="0" dirty="0">
                          <a:solidFill>
                            <a:srgbClr val="000014"/>
                          </a:solidFill>
                          <a:latin typeface="나눔스퀘어 네오 OTF Bold" panose="00000800000000000000" pitchFamily="50" charset="-127"/>
                          <a:ea typeface="나눔스퀘어 네오 OTF Bold" panose="00000800000000000000" pitchFamily="50" charset="-127"/>
                          <a:cs typeface="+mn-cs"/>
                        </a:rPr>
                        <a:t>)</a:t>
                      </a:r>
                      <a:endParaRPr lang="ko-KR" altLang="en-US" sz="1000" kern="1200" spc="0" baseline="0" dirty="0">
                        <a:solidFill>
                          <a:srgbClr val="000014"/>
                        </a:solidFill>
                        <a:latin typeface="나눔스퀘어 네오 OTF Bold" panose="00000800000000000000" pitchFamily="50" charset="-127"/>
                        <a:ea typeface="나눔스퀘어 네오 OTF Bold" panose="00000800000000000000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kern="1200" spc="0" baseline="0" dirty="0">
                          <a:solidFill>
                            <a:srgbClr val="000014"/>
                          </a:solidFill>
                          <a:latin typeface="나눔스퀘어 네오 OTF Bold" panose="00000800000000000000" pitchFamily="50" charset="-127"/>
                          <a:ea typeface="나눔스퀘어 네오 OTF Bold" panose="00000800000000000000" pitchFamily="50" charset="-127"/>
                          <a:cs typeface="+mn-cs"/>
                        </a:rPr>
                        <a:t>81252</a:t>
                      </a:r>
                      <a:endParaRPr lang="ko-KR" altLang="en-US" sz="1000" kern="1200" spc="0" baseline="0" dirty="0">
                        <a:solidFill>
                          <a:srgbClr val="000014"/>
                        </a:solidFill>
                        <a:latin typeface="나눔스퀘어 네오 OTF Bold" panose="00000800000000000000" pitchFamily="50" charset="-127"/>
                        <a:ea typeface="나눔스퀘어 네오 OTF Bold" panose="00000800000000000000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 kern="1200" spc="0" baseline="0" dirty="0">
                          <a:solidFill>
                            <a:srgbClr val="000014"/>
                          </a:solidFill>
                          <a:latin typeface="나눔스퀘어 네오 OTF Bold" panose="00000800000000000000" pitchFamily="50" charset="-127"/>
                          <a:ea typeface="나눔스퀘어 네오 OTF Bold" panose="00000800000000000000" pitchFamily="50" charset="-127"/>
                          <a:cs typeface="+mn-cs"/>
                        </a:rPr>
                        <a:t>주차관제실</a:t>
                      </a: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kern="1200" spc="0" baseline="0" dirty="0">
                          <a:solidFill>
                            <a:srgbClr val="000014"/>
                          </a:solidFill>
                          <a:latin typeface="나눔스퀘어 네오 OTF Bold" panose="00000800000000000000" pitchFamily="50" charset="-127"/>
                          <a:ea typeface="나눔스퀘어 네오 OTF Bold" panose="00000800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kern="1200" spc="0" baseline="0" dirty="0">
                          <a:solidFill>
                            <a:srgbClr val="000014"/>
                          </a:solidFill>
                          <a:latin typeface="나눔스퀘어 네오 OTF Bold" panose="00000800000000000000" pitchFamily="50" charset="-127"/>
                          <a:ea typeface="나눔스퀘어 네오 OTF Bold" panose="00000800000000000000" pitchFamily="50" charset="-127"/>
                          <a:cs typeface="+mn-cs"/>
                        </a:rPr>
                        <a:t>주차 관련 사고</a:t>
                      </a:r>
                      <a:r>
                        <a:rPr lang="en-US" altLang="ko-KR" sz="1000" kern="1200" spc="0" baseline="0" dirty="0">
                          <a:solidFill>
                            <a:srgbClr val="000014"/>
                          </a:solidFill>
                          <a:latin typeface="나눔스퀘어 네오 OTF Bold" panose="00000800000000000000" pitchFamily="50" charset="-127"/>
                          <a:ea typeface="나눔스퀘어 네오 OTF Bold" panose="00000800000000000000" pitchFamily="50" charset="-127"/>
                          <a:cs typeface="+mn-cs"/>
                        </a:rPr>
                        <a:t>)</a:t>
                      </a:r>
                      <a:endParaRPr lang="ko-KR" altLang="en-US" sz="1000" kern="1200" spc="0" baseline="0" dirty="0">
                        <a:solidFill>
                          <a:srgbClr val="000014"/>
                        </a:solidFill>
                        <a:latin typeface="나눔스퀘어 네오 OTF Bold" panose="00000800000000000000" pitchFamily="50" charset="-127"/>
                        <a:ea typeface="나눔스퀘어 네오 OTF Bold" panose="00000800000000000000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00" kern="1200" spc="0" baseline="0" dirty="0">
                          <a:solidFill>
                            <a:srgbClr val="000014"/>
                          </a:solidFill>
                          <a:latin typeface="나눔스퀘어 네오 OTF Bold" panose="00000800000000000000" pitchFamily="50" charset="-127"/>
                          <a:ea typeface="나눔스퀘어 네오 OTF Bold" panose="00000800000000000000" pitchFamily="50" charset="-127"/>
                          <a:cs typeface="+mn-cs"/>
                        </a:rPr>
                        <a:t>78101~2</a:t>
                      </a:r>
                      <a:endParaRPr lang="ko-KR" altLang="en-US" sz="1000" kern="1200" spc="0" baseline="0" dirty="0">
                        <a:solidFill>
                          <a:srgbClr val="000014"/>
                        </a:solidFill>
                        <a:latin typeface="나눔스퀘어 네오 OTF Bold" panose="00000800000000000000" pitchFamily="50" charset="-127"/>
                        <a:ea typeface="나눔스퀘어 네오 OTF Bold" panose="00000800000000000000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9632284"/>
                  </a:ext>
                </a:extLst>
              </a:tr>
            </a:tbl>
          </a:graphicData>
        </a:graphic>
      </p:graphicFrame>
      <p:sp>
        <p:nvSpPr>
          <p:cNvPr id="102" name="모서리가 둥근 직사각형 33">
            <a:extLst>
              <a:ext uri="{FF2B5EF4-FFF2-40B4-BE49-F238E27FC236}">
                <a16:creationId xmlns:a16="http://schemas.microsoft.com/office/drawing/2014/main" id="{27AC99E3-4B35-4D6C-AC0E-5C0505A5D948}"/>
              </a:ext>
            </a:extLst>
          </p:cNvPr>
          <p:cNvSpPr/>
          <p:nvPr/>
        </p:nvSpPr>
        <p:spPr>
          <a:xfrm>
            <a:off x="3353053" y="7359090"/>
            <a:ext cx="3425976" cy="64450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▣</a:t>
            </a:r>
            <a:r>
              <a:rPr lang="en-US" altLang="ko-KR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  </a:t>
            </a:r>
            <a:r>
              <a:rPr lang="ko-KR" altLang="en-US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보험 접수 방법</a:t>
            </a:r>
            <a:r>
              <a:rPr lang="en-US" altLang="ko-KR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 (</a:t>
            </a:r>
            <a:r>
              <a:rPr lang="ko-KR" altLang="en-US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동부화재</a:t>
            </a:r>
            <a:r>
              <a:rPr lang="en-US" altLang="ko-KR" sz="12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)</a:t>
            </a:r>
          </a:p>
          <a:p>
            <a:r>
              <a:rPr lang="en-US" altLang="ko-KR" sz="11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       -  </a:t>
            </a:r>
            <a:r>
              <a:rPr lang="ko-KR" altLang="en-US" sz="11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이메일 접수 </a:t>
            </a:r>
            <a:r>
              <a:rPr lang="en-US" altLang="ko-KR" sz="11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: DB.CORP@dbins.co.kr</a:t>
            </a:r>
          </a:p>
          <a:p>
            <a:r>
              <a:rPr lang="en-US" altLang="ko-KR" sz="11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       -  </a:t>
            </a:r>
            <a:r>
              <a:rPr lang="ko-KR" altLang="en-US" sz="11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필요시 피해자 면담</a:t>
            </a:r>
            <a:endParaRPr lang="en-US" altLang="ko-KR" sz="1100" dirty="0">
              <a:solidFill>
                <a:srgbClr val="000014"/>
              </a:solidFill>
              <a:latin typeface="나눔스퀘어 네오 OTF Bold" panose="00000800000000000000" pitchFamily="50" charset="-127"/>
              <a:ea typeface="나눔스퀘어 네오 OTF Bold" panose="00000800000000000000" pitchFamily="50" charset="-127"/>
            </a:endParaRP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720D7F6C-D711-4CA0-B91D-C604AB528403}"/>
              </a:ext>
            </a:extLst>
          </p:cNvPr>
          <p:cNvSpPr/>
          <p:nvPr/>
        </p:nvSpPr>
        <p:spPr>
          <a:xfrm>
            <a:off x="713148" y="6347386"/>
            <a:ext cx="126509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100" spc="-150" dirty="0">
                <a:solidFill>
                  <a:srgbClr val="8D8D8D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※ </a:t>
            </a:r>
            <a:r>
              <a:rPr lang="ko-KR" altLang="en-US" sz="1100" spc="-150" dirty="0">
                <a:solidFill>
                  <a:srgbClr val="8D8D8D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사건발생 장소 기준</a:t>
            </a:r>
            <a:endParaRPr lang="en-US" altLang="ko-KR" sz="1100" spc="-150" dirty="0">
              <a:solidFill>
                <a:srgbClr val="8D8D8D"/>
              </a:solidFill>
              <a:latin typeface="나눔스퀘어 네오 OTF Bold" panose="00000800000000000000" pitchFamily="50" charset="-127"/>
              <a:ea typeface="나눔스퀘어 네오 OTF Bold" panose="00000800000000000000" pitchFamily="50" charset="-127"/>
            </a:endParaRP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195575FD-D76F-4C9A-BB78-F45FCAB5D85E}"/>
              </a:ext>
            </a:extLst>
          </p:cNvPr>
          <p:cNvSpPr/>
          <p:nvPr/>
        </p:nvSpPr>
        <p:spPr>
          <a:xfrm>
            <a:off x="106681" y="8205752"/>
            <a:ext cx="6644640" cy="282128"/>
          </a:xfrm>
          <a:prstGeom prst="rect">
            <a:avLst/>
          </a:prstGeom>
          <a:solidFill>
            <a:srgbClr val="CBCBCB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spc="-15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※  </a:t>
            </a:r>
            <a:r>
              <a:rPr lang="ko-KR" altLang="en-US" sz="1600" spc="-15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환자 안전사고 관련  사항은 환자안전팀</a:t>
            </a:r>
            <a:r>
              <a:rPr lang="en-US" altLang="ko-KR" sz="1600" spc="-15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(85103)</a:t>
            </a:r>
            <a:r>
              <a:rPr lang="ko-KR" altLang="en-US" sz="1600" spc="-15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에</a:t>
            </a:r>
            <a:r>
              <a:rPr lang="en-US" altLang="ko-KR" sz="1600" spc="-15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 </a:t>
            </a:r>
            <a:r>
              <a:rPr lang="ko-KR" altLang="en-US" sz="1600" spc="-15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별도 연락</a:t>
            </a:r>
          </a:p>
        </p:txBody>
      </p:sp>
      <p:sp>
        <p:nvSpPr>
          <p:cNvPr id="105" name="모서리가 둥근 직사각형 6">
            <a:extLst>
              <a:ext uri="{FF2B5EF4-FFF2-40B4-BE49-F238E27FC236}">
                <a16:creationId xmlns:a16="http://schemas.microsoft.com/office/drawing/2014/main" id="{58F42FCD-2FFA-4987-AE03-2B6E8164C086}"/>
              </a:ext>
            </a:extLst>
          </p:cNvPr>
          <p:cNvSpPr/>
          <p:nvPr/>
        </p:nvSpPr>
        <p:spPr>
          <a:xfrm>
            <a:off x="520792" y="2411233"/>
            <a:ext cx="1649803" cy="560884"/>
          </a:xfrm>
          <a:prstGeom prst="roundRect">
            <a:avLst/>
          </a:prstGeom>
          <a:solidFill>
            <a:srgbClr val="FFD47D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시설</a:t>
            </a:r>
            <a:r>
              <a:rPr lang="en-US" altLang="ko-KR" sz="16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/</a:t>
            </a:r>
            <a:r>
              <a:rPr lang="ko-KR" altLang="en-US" sz="16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환경</a:t>
            </a:r>
            <a:endParaRPr lang="en-US" altLang="ko-KR" sz="1600" dirty="0">
              <a:solidFill>
                <a:srgbClr val="000014"/>
              </a:solidFill>
              <a:latin typeface="나눔스퀘어 네오 OTF Bold" panose="00000800000000000000" pitchFamily="50" charset="-127"/>
              <a:ea typeface="나눔스퀘어 네오 OTF Bold" panose="00000800000000000000" pitchFamily="50" charset="-127"/>
            </a:endParaRPr>
          </a:p>
          <a:p>
            <a:pPr algn="ctr"/>
            <a:r>
              <a:rPr lang="ko-KR" altLang="en-US" sz="16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안전사고 발생</a:t>
            </a:r>
          </a:p>
        </p:txBody>
      </p:sp>
      <p:sp>
        <p:nvSpPr>
          <p:cNvPr id="106" name="모서리가 둥근 직사각형 10">
            <a:extLst>
              <a:ext uri="{FF2B5EF4-FFF2-40B4-BE49-F238E27FC236}">
                <a16:creationId xmlns:a16="http://schemas.microsoft.com/office/drawing/2014/main" id="{1302CDDF-4C3B-418D-93AA-8A344217005E}"/>
              </a:ext>
            </a:extLst>
          </p:cNvPr>
          <p:cNvSpPr/>
          <p:nvPr/>
        </p:nvSpPr>
        <p:spPr>
          <a:xfrm>
            <a:off x="520792" y="7474342"/>
            <a:ext cx="1649803" cy="560884"/>
          </a:xfrm>
          <a:prstGeom prst="roundRect">
            <a:avLst/>
          </a:prstGeom>
          <a:solidFill>
            <a:srgbClr val="FFD47D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배상책임보험</a:t>
            </a:r>
            <a:endParaRPr lang="en-US" altLang="ko-KR" sz="1600" dirty="0">
              <a:solidFill>
                <a:srgbClr val="000014"/>
              </a:solidFill>
              <a:latin typeface="나눔스퀘어 네오 OTF Bold" panose="00000800000000000000" pitchFamily="50" charset="-127"/>
              <a:ea typeface="나눔스퀘어 네오 OTF Bold" panose="00000800000000000000" pitchFamily="50" charset="-127"/>
            </a:endParaRPr>
          </a:p>
          <a:p>
            <a:pPr algn="ctr"/>
            <a:r>
              <a:rPr lang="ko-KR" altLang="en-US" sz="16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접수</a:t>
            </a:r>
          </a:p>
        </p:txBody>
      </p:sp>
      <p:sp>
        <p:nvSpPr>
          <p:cNvPr id="107" name="모서리가 둥근 직사각형 7">
            <a:extLst>
              <a:ext uri="{FF2B5EF4-FFF2-40B4-BE49-F238E27FC236}">
                <a16:creationId xmlns:a16="http://schemas.microsoft.com/office/drawing/2014/main" id="{12BF10B8-4EA6-4CA2-88E6-F45862FD931D}"/>
              </a:ext>
            </a:extLst>
          </p:cNvPr>
          <p:cNvSpPr/>
          <p:nvPr/>
        </p:nvSpPr>
        <p:spPr>
          <a:xfrm>
            <a:off x="520792" y="3774282"/>
            <a:ext cx="1649803" cy="560884"/>
          </a:xfrm>
          <a:prstGeom prst="roundRect">
            <a:avLst/>
          </a:prstGeom>
          <a:solidFill>
            <a:srgbClr val="FFD47D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신고</a:t>
            </a:r>
          </a:p>
        </p:txBody>
      </p:sp>
      <p:sp>
        <p:nvSpPr>
          <p:cNvPr id="108" name="모서리가 둥근 직사각형 8">
            <a:extLst>
              <a:ext uri="{FF2B5EF4-FFF2-40B4-BE49-F238E27FC236}">
                <a16:creationId xmlns:a16="http://schemas.microsoft.com/office/drawing/2014/main" id="{E6425FF1-08BA-4D40-A924-D4EBFBC8FD0C}"/>
              </a:ext>
            </a:extLst>
          </p:cNvPr>
          <p:cNvSpPr/>
          <p:nvPr/>
        </p:nvSpPr>
        <p:spPr>
          <a:xfrm>
            <a:off x="520792" y="5773966"/>
            <a:ext cx="1649803" cy="560884"/>
          </a:xfrm>
          <a:prstGeom prst="roundRect">
            <a:avLst/>
          </a:prstGeom>
          <a:solidFill>
            <a:srgbClr val="FFD47D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rgbClr val="000014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담당자 안내</a:t>
            </a:r>
          </a:p>
        </p:txBody>
      </p: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0035846B-AEAE-4AA5-8828-A415DBD4DA4A}"/>
              </a:ext>
            </a:extLst>
          </p:cNvPr>
          <p:cNvCxnSpPr>
            <a:cxnSpLocks/>
          </p:cNvCxnSpPr>
          <p:nvPr/>
        </p:nvCxnSpPr>
        <p:spPr>
          <a:xfrm>
            <a:off x="2470149" y="2615299"/>
            <a:ext cx="0" cy="1355204"/>
          </a:xfrm>
          <a:prstGeom prst="line">
            <a:avLst/>
          </a:prstGeom>
          <a:ln w="12700" cap="rnd">
            <a:solidFill>
              <a:srgbClr val="FFBF3F"/>
            </a:solidFill>
            <a:prstDash val="sysDash"/>
            <a:round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직선 연결선 109">
            <a:extLst>
              <a:ext uri="{FF2B5EF4-FFF2-40B4-BE49-F238E27FC236}">
                <a16:creationId xmlns:a16="http://schemas.microsoft.com/office/drawing/2014/main" id="{0B47D07D-9D52-42D9-8CCA-CBD70D95487B}"/>
              </a:ext>
            </a:extLst>
          </p:cNvPr>
          <p:cNvCxnSpPr>
            <a:cxnSpLocks/>
          </p:cNvCxnSpPr>
          <p:nvPr/>
        </p:nvCxnSpPr>
        <p:spPr>
          <a:xfrm>
            <a:off x="2470149" y="3970510"/>
            <a:ext cx="0" cy="2083905"/>
          </a:xfrm>
          <a:prstGeom prst="line">
            <a:avLst/>
          </a:prstGeom>
          <a:ln w="12700" cap="rnd">
            <a:solidFill>
              <a:srgbClr val="FFBF3F"/>
            </a:solidFill>
            <a:prstDash val="sysDash"/>
            <a:round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6C178523-326F-473A-9DEE-A2FB944F6443}"/>
              </a:ext>
            </a:extLst>
          </p:cNvPr>
          <p:cNvCxnSpPr>
            <a:cxnSpLocks/>
          </p:cNvCxnSpPr>
          <p:nvPr/>
        </p:nvCxnSpPr>
        <p:spPr>
          <a:xfrm>
            <a:off x="2470149" y="6054406"/>
            <a:ext cx="0" cy="1553772"/>
          </a:xfrm>
          <a:prstGeom prst="line">
            <a:avLst/>
          </a:prstGeom>
          <a:ln w="12700" cap="rnd">
            <a:solidFill>
              <a:srgbClr val="FFBF3F"/>
            </a:solidFill>
            <a:prstDash val="sysDash"/>
            <a:round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9329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173393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6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1283</TotalTime>
  <Words>241</Words>
  <Application>Microsoft Office PowerPoint</Application>
  <PresentationFormat>화면 슬라이드 쇼(4:3)</PresentationFormat>
  <Paragraphs>74</Paragraphs>
  <Slides>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13" baseType="lpstr">
      <vt:lpstr>바탕</vt:lpstr>
      <vt:lpstr>연세소제목체</vt:lpstr>
      <vt:lpstr>나눔고딕</vt:lpstr>
      <vt:lpstr>맑은 고딕</vt:lpstr>
      <vt:lpstr>Arial</vt:lpstr>
      <vt:lpstr>Times New Roman</vt:lpstr>
      <vt:lpstr>HY헤드라인M</vt:lpstr>
      <vt:lpstr>나눔스퀘어 네오 OTF Bold</vt:lpstr>
      <vt:lpstr>Helvetica Neue Medium</vt:lpstr>
      <vt:lpstr>Helvetica Neue</vt:lpstr>
      <vt:lpstr>21_BasicWhite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노영옥(환자안전팀)</dc:creator>
  <cp:lastModifiedBy>안세림(환자안전팀)</cp:lastModifiedBy>
  <cp:revision>92</cp:revision>
  <cp:lastPrinted>2021-12-28T02:50:20Z</cp:lastPrinted>
  <dcterms:created xsi:type="dcterms:W3CDTF">2021-01-25T05:16:10Z</dcterms:created>
  <dcterms:modified xsi:type="dcterms:W3CDTF">2025-08-27T00:19:44Z</dcterms:modified>
</cp:coreProperties>
</file>