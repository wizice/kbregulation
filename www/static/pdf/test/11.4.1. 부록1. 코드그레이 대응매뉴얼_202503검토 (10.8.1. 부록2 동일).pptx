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3" r:id="rId1"/>
    <p:sldMasterId id="2147483776" r:id="rId2"/>
    <p:sldMasterId id="2147483789" r:id="rId3"/>
  </p:sldMasterIdLst>
  <p:notesMasterIdLst>
    <p:notesMasterId r:id="rId7"/>
  </p:notesMasterIdLst>
  <p:handoutMasterIdLst>
    <p:handoutMasterId r:id="rId8"/>
  </p:handoutMasterIdLst>
  <p:sldIdLst>
    <p:sldId id="284" r:id="rId4"/>
    <p:sldId id="523" r:id="rId5"/>
    <p:sldId id="524" r:id="rId6"/>
  </p:sldIdLst>
  <p:sldSz cx="6858000" cy="9906000" type="A4"/>
  <p:notesSz cx="6797675" cy="9926638"/>
  <p:embeddedFontLst>
    <p:embeddedFont>
      <p:font typeface="나눔고딕" panose="020D0604000000000000" pitchFamily="50" charset="-127"/>
      <p:regular r:id="rId9"/>
      <p:bold r:id="rId10"/>
    </p:embeddedFont>
    <p:embeddedFont>
      <p:font typeface="연세소제목체" panose="02030504000101010101" pitchFamily="18" charset="-127"/>
      <p:regular r:id="rId11"/>
    </p:embeddedFont>
    <p:embeddedFont>
      <p:font typeface="-윤고딕340" panose="020B0600000101010101" charset="-127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85" userDrawn="1">
          <p15:clr>
            <a:srgbClr val="A4A3A4"/>
          </p15:clr>
        </p15:guide>
        <p15:guide id="3" pos="4202" userDrawn="1">
          <p15:clr>
            <a:srgbClr val="A4A3A4"/>
          </p15:clr>
        </p15:guide>
        <p15:guide id="7" pos="4038" userDrawn="1">
          <p15:clr>
            <a:srgbClr val="A4A3A4"/>
          </p15:clr>
        </p15:guide>
        <p15:guide id="8" orient="horz" pos="1005" userDrawn="1">
          <p15:clr>
            <a:srgbClr val="A4A3A4"/>
          </p15:clr>
        </p15:guide>
        <p15:guide id="10" orient="horz" pos="1252" userDrawn="1">
          <p15:clr>
            <a:srgbClr val="A4A3A4"/>
          </p15:clr>
        </p15:guide>
        <p15:guide id="13" pos="1786" userDrawn="1">
          <p15:clr>
            <a:srgbClr val="A4A3A4"/>
          </p15:clr>
        </p15:guide>
        <p15:guide id="14" orient="horz" pos="5872" userDrawn="1">
          <p15:clr>
            <a:srgbClr val="A4A3A4"/>
          </p15:clr>
        </p15:guide>
        <p15:guide id="15" pos="4098" userDrawn="1">
          <p15:clr>
            <a:srgbClr val="A4A3A4"/>
          </p15:clr>
        </p15:guide>
        <p15:guide id="16" pos="245" userDrawn="1">
          <p15:clr>
            <a:srgbClr val="A4A3A4"/>
          </p15:clr>
        </p15:guide>
        <p15:guide id="17" pos="2482" userDrawn="1">
          <p15:clr>
            <a:srgbClr val="A4A3A4"/>
          </p15:clr>
        </p15:guide>
        <p15:guide id="18" pos="3212" userDrawn="1">
          <p15:clr>
            <a:srgbClr val="A4A3A4"/>
          </p15:clr>
        </p15:guide>
        <p15:guide id="19" pos="3946" userDrawn="1">
          <p15:clr>
            <a:srgbClr val="A4A3A4"/>
          </p15:clr>
        </p15:guide>
        <p15:guide id="20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4"/>
    <a:srgbClr val="05589F"/>
    <a:srgbClr val="005094"/>
    <a:srgbClr val="DF4F2C"/>
    <a:srgbClr val="0579CD"/>
    <a:srgbClr val="87BCE0"/>
    <a:srgbClr val="FF5E5A"/>
    <a:srgbClr val="068ABB"/>
    <a:srgbClr val="3790CC"/>
    <a:srgbClr val="09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3000" autoAdjust="0"/>
  </p:normalViewPr>
  <p:slideViewPr>
    <p:cSldViewPr>
      <p:cViewPr>
        <p:scale>
          <a:sx n="75" d="100"/>
          <a:sy n="75" d="100"/>
        </p:scale>
        <p:origin x="3192" y="54"/>
      </p:cViewPr>
      <p:guideLst>
        <p:guide pos="1085"/>
        <p:guide pos="4202"/>
        <p:guide pos="4038"/>
        <p:guide orient="horz" pos="1005"/>
        <p:guide orient="horz" pos="1252"/>
        <p:guide pos="1786"/>
        <p:guide orient="horz" pos="5872"/>
        <p:guide pos="4098"/>
        <p:guide pos="245"/>
        <p:guide pos="2482"/>
        <p:guide pos="3212"/>
        <p:guide pos="3946"/>
        <p:guide pos="34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6247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27" y="4"/>
            <a:ext cx="2946246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r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8311"/>
            <a:ext cx="2946247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27" y="9428311"/>
            <a:ext cx="2946246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r">
              <a:defRPr sz="1200"/>
            </a:lvl1pPr>
          </a:lstStyle>
          <a:p>
            <a:fld id="{0CAA5BCD-E9BF-4CF3-B50A-7F666051268C}" type="slidenum">
              <a:rPr lang="ko-KR" altLang="en-US" smtClean="0">
                <a:latin typeface="-윤고딕340" panose="02030504000101010101" pitchFamily="18" charset="-127"/>
                <a:ea typeface="-윤고딕340" panose="02030504000101010101" pitchFamily="18" charset="-127"/>
              </a:rPr>
              <a:pPr/>
              <a:t>‹#›</a:t>
            </a:fld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80267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8375" y="1241425"/>
            <a:ext cx="23209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5" tIns="45652" rIns="91305" bIns="4565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05" tIns="45652" rIns="91305" bIns="45652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fld id="{3796CACF-C05F-4313-B43A-18328FA857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48905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38375" y="1241425"/>
            <a:ext cx="2320925" cy="33512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6CACF-C05F-4313-B43A-18328FA8578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25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BA1C771-046C-4A48-9428-357615E5055A}" type="datetimeFigureOut">
              <a:rPr lang="ko-KR" altLang="en-US" smtClean="0"/>
              <a:pPr/>
              <a:t>2025-04-04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630BA98-4CFD-45B9-881B-78AF022A22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4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2047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140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2092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217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433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80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81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662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0137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901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6833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BA1C771-046C-4A48-9428-357615E5055A}" type="datetimeFigureOut">
              <a:rPr lang="ko-KR" altLang="en-US" smtClean="0"/>
              <a:pPr/>
              <a:t>2025-04-04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630BA98-4CFD-45B9-881B-78AF022A22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913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1" y="8792951"/>
            <a:ext cx="6121431" cy="4680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286" y="1883288"/>
            <a:ext cx="6122101" cy="335359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1" y="5185286"/>
            <a:ext cx="6121431" cy="1479251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3240" y="930385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8874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이미지"/>
          <p:cNvSpPr txBox="1">
            <a:spLocks noGrp="1"/>
          </p:cNvSpPr>
          <p:nvPr>
            <p:ph type="pic" idx="21"/>
          </p:nvPr>
        </p:nvSpPr>
        <p:spPr>
          <a:xfrm>
            <a:off x="-198719" y="-929834"/>
            <a:ext cx="9406167" cy="10848676"/>
          </a:xfrm>
          <a:prstGeom prst="rect">
            <a:avLst/>
          </a:prstGeom>
        </p:spPr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621" y="5262563"/>
            <a:ext cx="6121431" cy="335359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2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1" y="8564562"/>
            <a:ext cx="6121431" cy="700529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 lnSpcReduction="20000"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24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621" y="580602"/>
            <a:ext cx="6121431" cy="4680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564" y="930385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405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 txBox="1">
            <a:spLocks noGrp="1"/>
          </p:cNvSpPr>
          <p:nvPr>
            <p:ph type="pic" idx="21"/>
          </p:nvPr>
        </p:nvSpPr>
        <p:spPr>
          <a:xfrm>
            <a:off x="2805530" y="502639"/>
            <a:ext cx="3978076" cy="8917464"/>
          </a:xfrm>
          <a:prstGeom prst="rect">
            <a:avLst/>
          </a:prstGeom>
        </p:spPr>
      </p:sp>
      <p:sp>
        <p:nvSpPr>
          <p:cNvPr id="3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286" y="5081641"/>
            <a:ext cx="2692599" cy="4107550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3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6" y="703281"/>
            <a:ext cx="2692599" cy="4455636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710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6" y="3005050"/>
            <a:ext cx="6122101" cy="619193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342900" indent="-342900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1" y="1434994"/>
            <a:ext cx="6121431" cy="68218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4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6" y="446688"/>
            <a:ext cx="6122101" cy="103256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2756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6" y="3005050"/>
            <a:ext cx="6122101" cy="6191938"/>
          </a:xfrm>
          <a:ln w="12700" cap="flat" cmpd="sng">
            <a:prstDash/>
            <a:miter lim="800000"/>
          </a:ln>
        </p:spPr>
        <p:txBody>
          <a:bodyPr vert="horz" wrap="square" lIns="50800" tIns="50800" rIns="50800" bIns="50800" numCol="2" anchor="t">
            <a:normAutofit/>
          </a:bodyPr>
          <a:lstStyle>
            <a:lvl1pPr marL="342900" indent="-342900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t>슬라이드 구분점 텍스트</a:t>
            </a:r>
            <a:endParaRPr lang="ko-KR" altLang="en-US"/>
          </a:p>
          <a:p>
            <a:pPr marL="247625" lvl="1" indent="-95240" latinLnBrk="0"/>
            <a:endParaRPr lang="ko-KR" altLang="en-US"/>
          </a:p>
          <a:p>
            <a:pPr marL="380962" lvl="2" indent="-76192" latinLnBrk="0"/>
            <a:endParaRPr lang="ko-KR" altLang="en-US"/>
          </a:p>
          <a:p>
            <a:pPr marL="533347" lvl="3" indent="-76192" latinLnBrk="0"/>
            <a:endParaRPr lang="ko-KR" altLang="en-US"/>
          </a:p>
          <a:p>
            <a:pPr marL="685731" lvl="4" indent="-76192" latinLnBrk="0"/>
            <a:endParaRPr lang="ko-KR" altLang="en-US"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2338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 txBox="1">
            <a:spLocks noGrp="1"/>
          </p:cNvSpPr>
          <p:nvPr>
            <p:ph type="pic" idx="21"/>
          </p:nvPr>
        </p:nvSpPr>
        <p:spPr>
          <a:xfrm>
            <a:off x="3254576" y="606284"/>
            <a:ext cx="3401018" cy="8732185"/>
          </a:xfrm>
          <a:prstGeom prst="rect">
            <a:avLst/>
          </a:prstGeom>
        </p:spPr>
      </p:sp>
      <p:sp>
        <p:nvSpPr>
          <p:cNvPr id="6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6" y="451273"/>
            <a:ext cx="2692599" cy="103210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62" name="슬라이드 부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286" y="1434994"/>
            <a:ext cx="2692599" cy="68218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6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286" y="3534746"/>
            <a:ext cx="2692599" cy="5680586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342900" indent="-342900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5840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368621" y="3276319"/>
            <a:ext cx="6121431" cy="335359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latinLnBrk="0">
              <a:buFontTx/>
              <a:buNone/>
              <a:defRPr lang="en-GB" altLang="en-US" sz="2733" b="0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</a:lstStyle>
          <a:p>
            <a:pPr marL="0" indent="0" latinLnBrk="0">
              <a:buFontTx/>
              <a:buNone/>
            </a:pPr>
            <a:r>
              <a:rPr sz="600"/>
              <a:t>섹션 제목</a:t>
            </a:r>
            <a:endParaRPr lang="ko-KR" altLang="en-US" sz="600"/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8407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6" y="446688"/>
            <a:ext cx="6122101" cy="103256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1" y="1434994"/>
            <a:ext cx="6121431" cy="68218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8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8692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368621" y="451273"/>
            <a:ext cx="6121431" cy="103210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의제 제목</a:t>
            </a:r>
            <a:endParaRPr lang="ko-KR" altLang="en-US" sz="600"/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1" y="1431784"/>
            <a:ext cx="6121431" cy="68218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의제 부제</a:t>
            </a:r>
            <a:endParaRPr lang="ko-KR" altLang="en-US" sz="600"/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6" y="3005050"/>
            <a:ext cx="6122101" cy="619193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spcBef>
                <a:spcPts val="433"/>
              </a:spcBef>
              <a:buFontTx/>
              <a:buNone/>
              <a:defRPr lang="en-GB" altLang="en-US" sz="1267" spc="-10"/>
            </a:lvl1pPr>
            <a:lvl2pPr marL="0" lvl="1" indent="152385" latinLnBrk="0">
              <a:spcBef>
                <a:spcPts val="433"/>
              </a:spcBef>
              <a:buFontTx/>
              <a:buNone/>
              <a:defRPr lang="en-GB" altLang="en-US" sz="1267" spc="-10"/>
            </a:lvl2pPr>
            <a:lvl3pPr marL="0" lvl="2" indent="304770" latinLnBrk="0">
              <a:spcBef>
                <a:spcPts val="433"/>
              </a:spcBef>
              <a:buFontTx/>
              <a:buNone/>
              <a:defRPr lang="en-GB" altLang="en-US" sz="1267" spc="-10"/>
            </a:lvl3pPr>
            <a:lvl4pPr marL="0" lvl="3" indent="457154" latinLnBrk="0">
              <a:spcBef>
                <a:spcPts val="433"/>
              </a:spcBef>
              <a:buFontTx/>
              <a:buNone/>
              <a:defRPr lang="en-GB" altLang="en-US" sz="1267" spc="-10"/>
            </a:lvl4pPr>
            <a:lvl5pPr marL="0" lvl="4" indent="609539" latinLnBrk="0">
              <a:spcBef>
                <a:spcPts val="433"/>
              </a:spcBef>
              <a:buFontTx/>
              <a:buNone/>
              <a:defRPr lang="en-GB" altLang="en-US" sz="1267" spc="-10"/>
            </a:lvl5pPr>
          </a:lstStyle>
          <a:p>
            <a:pPr marL="0" indent="0" latinLnBrk="0">
              <a:buFontTx/>
              <a:buNone/>
            </a:pPr>
            <a:r>
              <a:rPr sz="600"/>
              <a:t>의제 주제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308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621" y="3624175"/>
            <a:ext cx="6121431" cy="265879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0" indent="0" latinLnBrk="0">
              <a:buFontTx/>
              <a:buNone/>
            </a:pPr>
            <a:r>
              <a:rPr sz="600"/>
              <a:t>내역서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217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1" y="6306820"/>
            <a:ext cx="6121431" cy="682184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algn="ctr" defTabSz="537368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사실 정보</a:t>
            </a:r>
            <a:endParaRPr lang="ko-KR" altLang="en-US" sz="600"/>
          </a:p>
        </p:txBody>
      </p:sp>
      <p:sp>
        <p:nvSpPr>
          <p:cNvPr id="107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621" y="1014449"/>
            <a:ext cx="6121431" cy="529214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5pPr>
          </a:lstStyle>
          <a:p>
            <a:pPr marL="0" indent="0" latinLnBrk="0">
              <a:buFontTx/>
              <a:buNone/>
            </a:pPr>
            <a:r>
              <a:rPr sz="600"/>
              <a:t>100%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8884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8726" y="3779415"/>
            <a:ext cx="6081218" cy="236024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457200" indent="-342900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152385" lvl="1" indent="3809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152385" lvl="2" indent="190481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152385" lvl="3" indent="34286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152385" lvl="4" indent="495250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457200" indent="-342900" latinLnBrk="0">
              <a:buFontTx/>
              <a:buNone/>
            </a:pPr>
            <a:r>
              <a:rPr sz="600"/>
              <a:t>“멋진 인용구”</a:t>
            </a: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</p:txBody>
      </p:sp>
      <p:sp>
        <p:nvSpPr>
          <p:cNvPr id="116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2739" y="6526724"/>
            <a:ext cx="5827206" cy="4680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3656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792" b="1"/>
            </a:lvl1pPr>
          </a:lstStyle>
          <a:p>
            <a:pPr marL="0" indent="0" latinLnBrk="0">
              <a:buFontTx/>
              <a:buNone/>
            </a:pPr>
            <a:r>
              <a:rPr sz="600"/>
              <a:t>속성</a:t>
            </a:r>
            <a:endParaRPr lang="ko-KR" altLang="en-US" sz="600"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4481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이미지"/>
          <p:cNvSpPr txBox="1">
            <a:spLocks noGrp="1"/>
          </p:cNvSpPr>
          <p:nvPr>
            <p:ph type="pic" idx="21"/>
          </p:nvPr>
        </p:nvSpPr>
        <p:spPr>
          <a:xfrm>
            <a:off x="-1098486" y="698007"/>
            <a:ext cx="5888195" cy="8504714"/>
          </a:xfrm>
          <a:prstGeom prst="rect">
            <a:avLst/>
          </a:prstGeom>
        </p:spPr>
      </p:sp>
      <p:sp>
        <p:nvSpPr>
          <p:cNvPr id="125" name="이미지"/>
          <p:cNvSpPr txBox="1">
            <a:spLocks noGrp="1"/>
          </p:cNvSpPr>
          <p:nvPr>
            <p:ph type="pic" sz="half" idx="22"/>
          </p:nvPr>
        </p:nvSpPr>
        <p:spPr>
          <a:xfrm>
            <a:off x="3479435" y="296492"/>
            <a:ext cx="3027037" cy="4664305"/>
          </a:xfrm>
          <a:prstGeom prst="rect">
            <a:avLst/>
          </a:prstGeom>
        </p:spPr>
      </p:sp>
      <p:sp>
        <p:nvSpPr>
          <p:cNvPr id="126" name="이미지"/>
          <p:cNvSpPr txBox="1">
            <a:spLocks noGrp="1"/>
          </p:cNvSpPr>
          <p:nvPr>
            <p:ph type="pic" idx="23"/>
          </p:nvPr>
        </p:nvSpPr>
        <p:spPr>
          <a:xfrm>
            <a:off x="2628929" y="2792484"/>
            <a:ext cx="4185843" cy="9382495"/>
          </a:xfrm>
          <a:prstGeom prst="rect">
            <a:avLst/>
          </a:prstGeom>
        </p:spPr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8449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 txBox="1">
            <a:spLocks noGrp="1"/>
          </p:cNvSpPr>
          <p:nvPr>
            <p:ph type="pic" idx="21"/>
          </p:nvPr>
        </p:nvSpPr>
        <p:spPr>
          <a:xfrm>
            <a:off x="-535839" y="-1070628"/>
            <a:ext cx="7608644" cy="11722329"/>
          </a:xfrm>
          <a:prstGeom prst="rect">
            <a:avLst/>
          </a:prstGeom>
        </p:spPr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3240" y="930385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latinLnBrk="0">
              <a:buFontTx/>
              <a:buNone/>
              <a:defRPr lang="en-GB" altLang="en-US">
                <a:solidFill>
                  <a:srgbClr val="FFFFFF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3294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7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681F-5908-49F2-B7DF-773C339B4004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334685" y="9304088"/>
            <a:ext cx="171522" cy="169213"/>
          </a:xfrm>
        </p:spPr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5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3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75" r:id="rId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lang="ko-KR" altLang="en-US" sz="2025" b="1" kern="1200" spc="-113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01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368286" y="3005050"/>
            <a:ext cx="6122101" cy="619193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381000" indent="-381000" latinLnBrk="0">
              <a:buClr>
                <a:srgbClr val="000000"/>
              </a:buClr>
              <a:buSzPct val="123000"/>
              <a:buFont typeface="나눔고딕"/>
              <a:buChar char="•"/>
            </a:pPr>
            <a:r>
              <a:rPr sz="600"/>
              <a:t>슬라이드 구분점 텍스트</a:t>
            </a: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800"/>
          </a:p>
          <a:p>
            <a:pPr marL="381000" indent="-381000" latinLnBrk="0">
              <a:buFont typeface="나눔고딕"/>
              <a:buChar char="•"/>
            </a:pPr>
            <a:endParaRPr lang="ko-KR" altLang="en-US" sz="667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</p:txBody>
      </p:sp>
      <p:sp>
        <p:nvSpPr>
          <p:cNvPr id="3" name="슬라이드 제목"/>
          <p:cNvSpPr txBox="1">
            <a:spLocks noGrp="1"/>
          </p:cNvSpPr>
          <p:nvPr>
            <p:ph type="title"/>
          </p:nvPr>
        </p:nvSpPr>
        <p:spPr>
          <a:xfrm>
            <a:off x="368286" y="446688"/>
            <a:ext cx="6122101" cy="103256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41899" y="9304088"/>
            <a:ext cx="171522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defTabSz="194714" latinLnBrk="0">
              <a:buFontTx/>
              <a:buNone/>
              <a:defRPr lang="en-GB" altLang="en-US" sz="433">
                <a:solidFill>
                  <a:srgbClr val="000000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1928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slow"/>
    </mc:Fallback>
  </mc:AlternateContent>
  <p:txStyles>
    <p:titleStyle>
      <a:lvl1pPr marL="0" indent="0" algn="ctr" defTabSz="304770" latinLnBrk="0">
        <a:buFontTx/>
        <a:buNone/>
        <a:defRPr lang="ko-KR" sz="1467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81000" indent="-381000" algn="l" defTabSz="304770" latinLnBrk="0">
        <a:spcBef>
          <a:spcPct val="20000"/>
        </a:spcBef>
        <a:buClr>
          <a:srgbClr val="000000"/>
        </a:buClr>
        <a:buSzPct val="123000"/>
        <a:buFont typeface="나눔고딕"/>
        <a:buChar char="•"/>
        <a:defRPr lang="ko-KR" sz="933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247625" lvl="1" indent="-95240" defTabSz="304770" latinLnBrk="1">
        <a:buChar char="-"/>
        <a:defRPr lang="ko-KR" sz="800" smtClean="0"/>
      </a:lvl2pPr>
      <a:lvl3pPr marL="380962" lvl="2" indent="-76192" defTabSz="304770" latinLnBrk="1">
        <a:buChar char="0"/>
        <a:defRPr lang="ko-KR" sz="667" smtClean="0"/>
      </a:lvl3pPr>
      <a:lvl4pPr marL="533347" lvl="3" indent="-76192" defTabSz="304770" latinLnBrk="1">
        <a:buChar char="-"/>
        <a:defRPr lang="ko-KR" sz="600" smtClean="0"/>
      </a:lvl4pPr>
      <a:lvl5pPr marL="685731" lvl="4" indent="-76192" defTabSz="304770" latinLnBrk="1">
        <a:buChar char="-69"/>
        <a:defRPr lang="ko-KR" sz="600" smtClean="0"/>
      </a:lvl5pPr>
    </p:bodyStyle>
    <p:otherStyle>
      <a:lvl1pPr marL="0" indent="0" algn="l" defTabSz="304770" latinLnBrk="1">
        <a:buNone/>
        <a:defRPr lang="ko-KR" sz="6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152385" lvl="1" indent="0" defTabSz="304770" latinLnBrk="1">
        <a:defRPr lang="ko-KR" smtClean="0"/>
      </a:lvl2pPr>
      <a:lvl3pPr marL="304770" lvl="2" indent="0" defTabSz="304770" latinLnBrk="1">
        <a:defRPr lang="ko-KR" smtClean="0"/>
      </a:lvl3pPr>
      <a:lvl4pPr marL="457154" lvl="3" indent="0" defTabSz="304770" latinLnBrk="1">
        <a:defRPr lang="ko-KR" smtClean="0"/>
      </a:lvl4pPr>
      <a:lvl5pPr marL="609539" lvl="4" indent="0" defTabSz="30477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8" y="1056900"/>
            <a:ext cx="1214671" cy="3067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735279" y="1032471"/>
            <a:ext cx="551886" cy="23049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77913" tIns="38957" rIns="77913" bIns="389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>
              <a:spcBef>
                <a:spcPts val="1278"/>
              </a:spcBef>
              <a:spcAft>
                <a:spcPts val="1278"/>
              </a:spcAft>
            </a:pPr>
            <a:r>
              <a:rPr lang="ko-KR" altLang="en-US" sz="937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852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998013"/>
              </p:ext>
            </p:extLst>
          </p:nvPr>
        </p:nvGraphicFramePr>
        <p:xfrm>
          <a:off x="627078" y="2166420"/>
          <a:ext cx="5593614" cy="604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269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8688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11.4.1.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안전 및 보안관리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4942266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11.4.1.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코드그레이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 대응매뉴얼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2016.01.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92696" y="3480902"/>
            <a:ext cx="5399856" cy="4281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A = Code Grey 1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경미한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구두 </a:t>
            </a:r>
            <a:r>
              <a:rPr lang="en-US" altLang="ko-KR" sz="1350" dirty="0"/>
              <a:t>VOC, </a:t>
            </a:r>
            <a:r>
              <a:rPr lang="ko-KR" altLang="en-US" sz="1350" dirty="0"/>
              <a:t>고성 민원 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 err="1"/>
              <a:t>보안팀</a:t>
            </a:r>
            <a:r>
              <a:rPr lang="ko-KR" altLang="en-US" sz="1350" dirty="0"/>
              <a:t> 현장 조치  </a:t>
            </a:r>
            <a:r>
              <a:rPr lang="en-US" altLang="ko-KR" sz="1350" dirty="0"/>
              <a:t>[</a:t>
            </a:r>
            <a:r>
              <a:rPr lang="ko-KR" altLang="en-US" sz="1350" dirty="0"/>
              <a:t>상황팀 책임</a:t>
            </a:r>
            <a:r>
              <a:rPr lang="en-US" altLang="ko-KR" sz="1350" dirty="0"/>
              <a:t>]</a:t>
            </a:r>
          </a:p>
          <a:p>
            <a:pPr>
              <a:spcBef>
                <a:spcPct val="50000"/>
              </a:spcBef>
              <a:defRPr/>
            </a:pPr>
            <a:endParaRPr lang="en-US" altLang="ko-KR" sz="120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B = Code Grey 2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중대한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고성 항의</a:t>
            </a:r>
            <a:r>
              <a:rPr lang="en-US" altLang="ko-KR" sz="1350" dirty="0"/>
              <a:t>, </a:t>
            </a:r>
            <a:r>
              <a:rPr lang="ko-KR" altLang="en-US" sz="1350" dirty="0"/>
              <a:t>성희롱</a:t>
            </a:r>
            <a:r>
              <a:rPr lang="en-US" altLang="ko-KR" sz="1350" dirty="0"/>
              <a:t>, </a:t>
            </a:r>
            <a:r>
              <a:rPr lang="ko-KR" altLang="en-US" sz="1350" dirty="0"/>
              <a:t>거동수상자 및 노숙자  등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 err="1"/>
              <a:t>보안팀</a:t>
            </a:r>
            <a:r>
              <a:rPr lang="ko-KR" altLang="en-US" sz="1350" dirty="0"/>
              <a:t> 및 상황팀 현장 조치  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[</a:t>
            </a:r>
            <a:r>
              <a:rPr lang="ko-KR" altLang="en-US" sz="1350" dirty="0"/>
              <a:t>상황팀 판단 下 코드그레이 대책위원회 소집여부 결정</a:t>
            </a:r>
            <a:r>
              <a:rPr lang="en-US" altLang="ko-KR" sz="1350" dirty="0"/>
              <a:t>]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 </a:t>
            </a:r>
            <a:r>
              <a:rPr lang="en-US" altLang="ko-KR" sz="1350" dirty="0">
                <a:latin typeface="바탕"/>
                <a:ea typeface="바탕"/>
              </a:rPr>
              <a:t>☞ </a:t>
            </a:r>
            <a:r>
              <a:rPr lang="ko-KR" altLang="en-US" sz="1350" dirty="0"/>
              <a:t>사무국장 보고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endParaRPr lang="en-US" altLang="ko-KR" sz="1200" b="1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C = Code Grey 3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위급한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신체적 위협</a:t>
            </a:r>
            <a:r>
              <a:rPr lang="en-US" altLang="ko-KR" sz="1350" dirty="0"/>
              <a:t>, </a:t>
            </a:r>
            <a:r>
              <a:rPr lang="ko-KR" altLang="en-US" sz="1350" dirty="0"/>
              <a:t>폭력</a:t>
            </a:r>
            <a:r>
              <a:rPr lang="en-US" altLang="ko-KR" sz="1350" dirty="0"/>
              <a:t>, </a:t>
            </a:r>
            <a:r>
              <a:rPr lang="ko-KR" altLang="en-US" sz="1350" dirty="0"/>
              <a:t>난동</a:t>
            </a:r>
            <a:r>
              <a:rPr lang="en-US" altLang="ko-KR" sz="1350" dirty="0"/>
              <a:t>, </a:t>
            </a:r>
            <a:r>
              <a:rPr lang="ko-KR" altLang="en-US" sz="1350" dirty="0" err="1"/>
              <a:t>진료진에</a:t>
            </a:r>
            <a:r>
              <a:rPr lang="ko-KR" altLang="en-US" sz="1350" dirty="0"/>
              <a:t> 거동수상 등</a:t>
            </a:r>
            <a:r>
              <a:rPr lang="en-US" altLang="ko-KR" sz="1350" dirty="0"/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코드그레이 대책위원회 현장조치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 </a:t>
            </a:r>
            <a:r>
              <a:rPr lang="en-US" altLang="ko-KR" sz="1350" dirty="0">
                <a:latin typeface="바탕"/>
                <a:ea typeface="바탕"/>
              </a:rPr>
              <a:t>☞ </a:t>
            </a:r>
            <a:r>
              <a:rPr lang="ko-KR" altLang="en-US" sz="1350" dirty="0"/>
              <a:t>진료부원장 보고</a:t>
            </a:r>
            <a:endParaRPr lang="ko-KR" altLang="en-US" sz="1350" b="1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14654" y="1708865"/>
            <a:ext cx="64267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코드그레이</a:t>
            </a:r>
            <a:r>
              <a:rPr lang="ko-KR" altLang="en-US" sz="2700" b="1" spc="75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대응매뉴얼</a:t>
            </a:r>
            <a:endParaRPr lang="en-US" altLang="ko-KR" sz="2700" b="1" spc="75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654" y="2648744"/>
            <a:ext cx="3978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코드그레이</a:t>
            </a:r>
            <a:r>
              <a:rPr lang="ko-KR" altLang="en-US" sz="2000" b="1" dirty="0"/>
              <a:t> 카테고리 분류</a:t>
            </a:r>
          </a:p>
        </p:txBody>
      </p:sp>
      <p:pic>
        <p:nvPicPr>
          <p:cNvPr id="9" name="그림 8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672" y="416496"/>
            <a:ext cx="952314" cy="25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104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화살표 연결선 42"/>
          <p:cNvCxnSpPr>
            <a:stCxn id="2" idx="4"/>
            <a:endCxn id="7172" idx="0"/>
          </p:cNvCxnSpPr>
          <p:nvPr/>
        </p:nvCxnSpPr>
        <p:spPr bwMode="auto">
          <a:xfrm>
            <a:off x="3384359" y="3811774"/>
            <a:ext cx="0" cy="136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655572" y="3948314"/>
            <a:ext cx="3457575" cy="2597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200" b="1" dirty="0"/>
              <a:t>☎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0 (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중계대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ko-KR" altLang="en-US" sz="1200" b="1" dirty="0"/>
              <a:t>☎ </a:t>
            </a:r>
            <a:r>
              <a:rPr lang="en-US" altLang="ko-KR" sz="1200" b="1" dirty="0">
                <a:latin typeface="+mj-ea"/>
                <a:ea typeface="+mj-ea"/>
              </a:rPr>
              <a:t>44915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(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보안팀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23" name="직선 화살표 연결선 22"/>
          <p:cNvCxnSpPr>
            <a:stCxn id="7172" idx="2"/>
            <a:endCxn id="7176" idx="0"/>
          </p:cNvCxnSpPr>
          <p:nvPr/>
        </p:nvCxnSpPr>
        <p:spPr bwMode="auto">
          <a:xfrm flipH="1">
            <a:off x="3384359" y="4208103"/>
            <a:ext cx="1" cy="1405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8"/>
          <p:cNvSpPr>
            <a:spLocks noChangeArrowheads="1"/>
          </p:cNvSpPr>
          <p:nvPr/>
        </p:nvSpPr>
        <p:spPr bwMode="auto">
          <a:xfrm>
            <a:off x="298258" y="5428810"/>
            <a:ext cx="3086099" cy="189020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① 위험인물로부터 피해교직원 분리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② 응급진료센터로 피해교직원 인도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③ 경찰신고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④ 보안팀 추가지원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  - </a:t>
            </a:r>
            <a:r>
              <a:rPr lang="ko-KR" altLang="en-US" sz="825" b="1" dirty="0">
                <a:latin typeface="+mn-ea"/>
              </a:rPr>
              <a:t>출동 경찰 안내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채증 등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⑤ 상황보고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  (</a:t>
            </a:r>
            <a:r>
              <a:rPr lang="ko-KR" altLang="en-US" sz="825" b="1" dirty="0">
                <a:latin typeface="+mn-ea"/>
              </a:rPr>
              <a:t>상황팀 → 국장         진료부원장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⑥ 코드그레이 대책위원회 전환여부 결정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ko-KR" sz="825" b="1" dirty="0">
                <a:latin typeface="+mn-ea"/>
              </a:rPr>
              <a:t>⑦</a:t>
            </a:r>
            <a:r>
              <a:rPr lang="en-US" altLang="ko-KR" sz="825" b="1" dirty="0">
                <a:latin typeface="+mn-ea"/>
              </a:rPr>
              <a:t> </a:t>
            </a:r>
            <a:r>
              <a:rPr lang="ko-KR" altLang="en-US" sz="825" b="1" dirty="0">
                <a:latin typeface="+mn-ea"/>
              </a:rPr>
              <a:t>후속 조치</a:t>
            </a:r>
          </a:p>
        </p:txBody>
      </p:sp>
      <p:sp>
        <p:nvSpPr>
          <p:cNvPr id="2" name="타원 1"/>
          <p:cNvSpPr/>
          <p:nvPr/>
        </p:nvSpPr>
        <p:spPr>
          <a:xfrm>
            <a:off x="1871472" y="3541967"/>
            <a:ext cx="3025775" cy="26980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Code Grey </a:t>
            </a:r>
            <a:r>
              <a:rPr lang="ko-KR" altLang="en-US" sz="1200" b="1" dirty="0">
                <a:solidFill>
                  <a:schemeClr val="tx1"/>
                </a:solidFill>
              </a:rPr>
              <a:t>상황발생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2304859" y="4348689"/>
            <a:ext cx="2159000" cy="19745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보안팀 현장 출동</a:t>
            </a:r>
            <a:endParaRPr lang="en-US" altLang="ko-KR" sz="1125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화살표 연결선 38"/>
          <p:cNvCxnSpPr>
            <a:stCxn id="7176" idx="2"/>
            <a:endCxn id="61" idx="0"/>
          </p:cNvCxnSpPr>
          <p:nvPr/>
        </p:nvCxnSpPr>
        <p:spPr bwMode="auto">
          <a:xfrm>
            <a:off x="3384359" y="4546147"/>
            <a:ext cx="1" cy="16944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endCxn id="7184" idx="1"/>
          </p:cNvCxnSpPr>
          <p:nvPr/>
        </p:nvCxnSpPr>
        <p:spPr bwMode="auto">
          <a:xfrm>
            <a:off x="3394677" y="4608347"/>
            <a:ext cx="1455247" cy="193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1944497" y="4715587"/>
            <a:ext cx="2879725" cy="44559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25" b="1" dirty="0">
                <a:solidFill>
                  <a:schemeClr val="tx1"/>
                </a:solidFill>
              </a:rPr>
              <a:t>상황팀 지휘</a:t>
            </a:r>
            <a:endParaRPr lang="en-US" altLang="ko-KR" sz="1125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1125" b="1" dirty="0">
                <a:solidFill>
                  <a:schemeClr val="tx1"/>
                </a:solidFill>
              </a:rPr>
              <a:t>(</a:t>
            </a:r>
            <a:r>
              <a:rPr lang="ko-KR" altLang="en-US" sz="1125" b="1" dirty="0">
                <a:solidFill>
                  <a:schemeClr val="tx1"/>
                </a:solidFill>
              </a:rPr>
              <a:t>카테고리분류</a:t>
            </a:r>
            <a:r>
              <a:rPr lang="en-US" altLang="ko-KR" sz="1125" b="1" dirty="0">
                <a:solidFill>
                  <a:schemeClr val="tx1"/>
                </a:solidFill>
              </a:rPr>
              <a:t>)</a:t>
            </a:r>
            <a:endParaRPr lang="ko-KR" altLang="en-US" sz="1125" b="1" dirty="0">
              <a:solidFill>
                <a:schemeClr val="tx1"/>
              </a:solidFill>
            </a:endParaRPr>
          </a:p>
        </p:txBody>
      </p:sp>
      <p:sp>
        <p:nvSpPr>
          <p:cNvPr id="92" name="Rectangle 8"/>
          <p:cNvSpPr>
            <a:spLocks noChangeArrowheads="1"/>
          </p:cNvSpPr>
          <p:nvPr/>
        </p:nvSpPr>
        <p:spPr bwMode="auto">
          <a:xfrm>
            <a:off x="3464527" y="5428810"/>
            <a:ext cx="3140869" cy="189020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① 가해자로부터 피해교직원 분리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② 응급진료센터로 피해교직원 인도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③ 코드그레이 대책위원회 통보 및 경찰신고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④ 코드그레이 대책위원회 현장출동 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현장지휘</a:t>
            </a:r>
            <a:r>
              <a:rPr lang="en-US" altLang="ko-KR" sz="825" b="1" dirty="0">
                <a:latin typeface="+mn-ea"/>
              </a:rPr>
              <a:t>)</a:t>
            </a:r>
            <a:endParaRPr lang="ko-KR" altLang="en-US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-</a:t>
            </a:r>
            <a:r>
              <a:rPr lang="ko-KR" altLang="en-US" sz="825" b="1" dirty="0">
                <a:latin typeface="+mn-ea"/>
              </a:rPr>
              <a:t> 채증작업 </a:t>
            </a:r>
            <a:r>
              <a:rPr lang="en-US" altLang="ko-KR" sz="825" b="1" dirty="0">
                <a:latin typeface="+mn-ea"/>
              </a:rPr>
              <a:t>: CCTV, </a:t>
            </a:r>
            <a:r>
              <a:rPr lang="ko-KR" altLang="en-US" sz="825" b="1" dirty="0">
                <a:latin typeface="+mn-ea"/>
              </a:rPr>
              <a:t>녹취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증인확보 등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⑤ 현장 경찰업무 지원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⑥ 피해 교직원 관리 </a:t>
            </a:r>
            <a:r>
              <a:rPr lang="en-US" altLang="ko-KR" sz="825" b="1" dirty="0">
                <a:latin typeface="+mn-ea"/>
              </a:rPr>
              <a:t>: </a:t>
            </a:r>
            <a:r>
              <a:rPr lang="ko-KR" altLang="en-US" sz="825" b="1" dirty="0">
                <a:latin typeface="+mn-ea"/>
              </a:rPr>
              <a:t>별도진행</a:t>
            </a:r>
          </a:p>
          <a:p>
            <a:pPr>
              <a:lnSpc>
                <a:spcPct val="150000"/>
              </a:lnSpc>
              <a:defRPr/>
            </a:pPr>
            <a:r>
              <a:rPr lang="ko-KR" altLang="ko-KR" sz="825" b="1" dirty="0">
                <a:latin typeface="+mn-ea"/>
              </a:rPr>
              <a:t>⑦ </a:t>
            </a:r>
            <a:r>
              <a:rPr lang="ko-KR" altLang="en-US" sz="825" b="1" dirty="0">
                <a:latin typeface="+mn-ea"/>
              </a:rPr>
              <a:t>상황보고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코드그레이 대책위원회 → 국장 → 진료부원장        병원장</a:t>
            </a:r>
            <a:r>
              <a:rPr lang="en-US" altLang="ko-KR" sz="825" b="1" dirty="0">
                <a:latin typeface="+mn-ea"/>
              </a:rPr>
              <a:t>)</a:t>
            </a:r>
            <a:endParaRPr lang="ko-KR" altLang="en-US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맑은 고딕"/>
                <a:ea typeface="맑은 고딕"/>
              </a:rPr>
              <a:t>⑧ </a:t>
            </a:r>
            <a:r>
              <a:rPr lang="ko-KR" altLang="en-US" sz="825" b="1" dirty="0">
                <a:latin typeface="+mn-ea"/>
              </a:rPr>
              <a:t>후속조치</a:t>
            </a:r>
          </a:p>
        </p:txBody>
      </p:sp>
      <p:cxnSp>
        <p:nvCxnSpPr>
          <p:cNvPr id="102" name="꺾인 연결선 101"/>
          <p:cNvCxnSpPr>
            <a:stCxn id="99" idx="2"/>
            <a:endCxn id="108" idx="2"/>
          </p:cNvCxnSpPr>
          <p:nvPr/>
        </p:nvCxnSpPr>
        <p:spPr>
          <a:xfrm rot="16200000" flipH="1">
            <a:off x="1753040" y="7407286"/>
            <a:ext cx="336873" cy="1603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타원 107"/>
          <p:cNvSpPr/>
          <p:nvPr/>
        </p:nvSpPr>
        <p:spPr>
          <a:xfrm>
            <a:off x="2001646" y="7473280"/>
            <a:ext cx="2879726" cy="3652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Code Grey </a:t>
            </a:r>
            <a:r>
              <a:rPr lang="ko-KR" altLang="en-US" sz="1200" b="1" dirty="0">
                <a:solidFill>
                  <a:schemeClr val="tx1"/>
                </a:solidFill>
              </a:rPr>
              <a:t>상황종료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cxnSp>
        <p:nvCxnSpPr>
          <p:cNvPr id="109" name="꺾인 연결선 108"/>
          <p:cNvCxnSpPr>
            <a:stCxn id="92" idx="2"/>
            <a:endCxn id="108" idx="6"/>
          </p:cNvCxnSpPr>
          <p:nvPr/>
        </p:nvCxnSpPr>
        <p:spPr>
          <a:xfrm rot="5400000">
            <a:off x="4789730" y="7410661"/>
            <a:ext cx="336873" cy="153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4" name="Rectangle 5"/>
          <p:cNvSpPr>
            <a:spLocks noChangeArrowheads="1"/>
          </p:cNvSpPr>
          <p:nvPr/>
        </p:nvSpPr>
        <p:spPr bwMode="auto">
          <a:xfrm>
            <a:off x="4849924" y="4445558"/>
            <a:ext cx="1755472" cy="364331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125" b="1" dirty="0" err="1">
                <a:latin typeface="맑은 고딕" pitchFamily="50" charset="-127"/>
                <a:ea typeface="맑은 고딕" pitchFamily="50" charset="-127"/>
              </a:rPr>
              <a:t>원내방송</a:t>
            </a:r>
            <a:endParaRPr lang="en-US" altLang="ko-KR" sz="1125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375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25" b="1" dirty="0">
                <a:latin typeface="맑은 고딕" pitchFamily="50" charset="-127"/>
                <a:ea typeface="맑은 고딕" pitchFamily="50" charset="-127"/>
              </a:rPr>
              <a:t>(“Code Grey 00</a:t>
            </a:r>
            <a:r>
              <a:rPr lang="ko-KR" altLang="en-US" sz="825" b="1" dirty="0">
                <a:latin typeface="맑은 고딕" pitchFamily="50" charset="-127"/>
                <a:ea typeface="맑은 고딕" pitchFamily="50" charset="-127"/>
              </a:rPr>
              <a:t>장소</a:t>
            </a:r>
            <a:r>
              <a:rPr lang="en-US" altLang="ko-KR" sz="825" b="1" dirty="0">
                <a:latin typeface="맑은 고딕" pitchFamily="50" charset="-127"/>
                <a:ea typeface="맑은 고딕" pitchFamily="50" charset="-127"/>
              </a:rPr>
              <a:t>”</a:t>
            </a:r>
            <a:r>
              <a:rPr lang="ko-KR" altLang="en-US" sz="825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25" b="1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25" b="1" dirty="0">
                <a:latin typeface="맑은 고딕" pitchFamily="50" charset="-127"/>
                <a:ea typeface="맑은 고딕" pitchFamily="50" charset="-127"/>
              </a:rPr>
              <a:t>회</a:t>
            </a:r>
            <a:r>
              <a:rPr lang="en-US" altLang="ko-KR" sz="825" b="1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145" name="직선 화살표 연결선 144"/>
          <p:cNvCxnSpPr/>
          <p:nvPr/>
        </p:nvCxnSpPr>
        <p:spPr bwMode="auto">
          <a:xfrm>
            <a:off x="1287773" y="6768671"/>
            <a:ext cx="2079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>
            <a:endCxn id="99" idx="0"/>
          </p:cNvCxnSpPr>
          <p:nvPr/>
        </p:nvCxnSpPr>
        <p:spPr>
          <a:xfrm flipH="1">
            <a:off x="1841308" y="5068571"/>
            <a:ext cx="953594" cy="3602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/>
          <p:cNvCxnSpPr>
            <a:endCxn id="92" idx="0"/>
          </p:cNvCxnSpPr>
          <p:nvPr/>
        </p:nvCxnSpPr>
        <p:spPr>
          <a:xfrm>
            <a:off x="4054017" y="5054283"/>
            <a:ext cx="980945" cy="3745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8" name="Rectangle 5"/>
          <p:cNvSpPr>
            <a:spLocks noChangeArrowheads="1"/>
          </p:cNvSpPr>
          <p:nvPr/>
        </p:nvSpPr>
        <p:spPr bwMode="auto">
          <a:xfrm>
            <a:off x="4316223" y="5125461"/>
            <a:ext cx="576262" cy="2098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25" b="1">
                <a:latin typeface="맑은 고딕" pitchFamily="50" charset="-127"/>
                <a:ea typeface="맑은 고딕" pitchFamily="50" charset="-127"/>
              </a:rPr>
              <a:t>폭행</a:t>
            </a:r>
            <a:endParaRPr lang="en-US" altLang="ko-KR" sz="1125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89" name="Rectangle 5"/>
          <p:cNvSpPr>
            <a:spLocks noChangeArrowheads="1"/>
          </p:cNvSpPr>
          <p:nvPr/>
        </p:nvSpPr>
        <p:spPr bwMode="auto">
          <a:xfrm>
            <a:off x="2031796" y="5129292"/>
            <a:ext cx="575100" cy="20984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폭언</a:t>
            </a:r>
            <a:endParaRPr lang="en-US" altLang="ko-KR" sz="1125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화살표 연결선 23"/>
          <p:cNvCxnSpPr/>
          <p:nvPr/>
        </p:nvCxnSpPr>
        <p:spPr bwMode="auto">
          <a:xfrm>
            <a:off x="5777070" y="7042701"/>
            <a:ext cx="2079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72" y="416496"/>
            <a:ext cx="952314" cy="25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314654" y="1708865"/>
            <a:ext cx="64267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코드그레이</a:t>
            </a:r>
            <a:r>
              <a:rPr lang="ko-KR" altLang="en-US" sz="2700" b="1" spc="75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대응매뉴얼</a:t>
            </a:r>
            <a:endParaRPr lang="en-US" altLang="ko-KR" sz="2700" b="1" spc="75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4654" y="2648744"/>
            <a:ext cx="3978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코드그레이</a:t>
            </a:r>
            <a:r>
              <a:rPr lang="ko-KR" altLang="en-US" sz="2000" b="1" dirty="0"/>
              <a:t> 대응 프로세스</a:t>
            </a:r>
          </a:p>
        </p:txBody>
      </p:sp>
    </p:spTree>
    <p:extLst>
      <p:ext uri="{BB962C8B-B14F-4D97-AF65-F5344CB8AC3E}">
        <p14:creationId xmlns:p14="http://schemas.microsoft.com/office/powerpoint/2010/main" val="25582255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15313</TotalTime>
  <Words>264</Words>
  <Application>Microsoft Office PowerPoint</Application>
  <PresentationFormat>A4 용지(210x297mm)</PresentationFormat>
  <Paragraphs>60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7" baseType="lpstr">
      <vt:lpstr>Calibri</vt:lpstr>
      <vt:lpstr>Calibri Light</vt:lpstr>
      <vt:lpstr>나눔고딕</vt:lpstr>
      <vt:lpstr>-윤고딕340</vt:lpstr>
      <vt:lpstr>Helvetica Neue Medium</vt:lpstr>
      <vt:lpstr>바탕</vt:lpstr>
      <vt:lpstr>Helvetica Neue</vt:lpstr>
      <vt:lpstr>맑은 고딕</vt:lpstr>
      <vt:lpstr>연세소제목체</vt:lpstr>
      <vt:lpstr>Arial</vt:lpstr>
      <vt:lpstr>Times New Roman</vt:lpstr>
      <vt:lpstr>2_Office 테마</vt:lpstr>
      <vt:lpstr>3_Office 테마</vt:lpstr>
      <vt:lpstr>21_BasicWhite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김상태(이싱검진센터 추진단)</dc:creator>
  <cp:lastModifiedBy>진료혁신센터 공지사항</cp:lastModifiedBy>
  <cp:revision>1341</cp:revision>
  <cp:lastPrinted>2015-12-29T08:16:17Z</cp:lastPrinted>
  <dcterms:created xsi:type="dcterms:W3CDTF">2013-04-01T15:09:17Z</dcterms:created>
  <dcterms:modified xsi:type="dcterms:W3CDTF">2025-04-04T02:17:28Z</dcterms:modified>
</cp:coreProperties>
</file>