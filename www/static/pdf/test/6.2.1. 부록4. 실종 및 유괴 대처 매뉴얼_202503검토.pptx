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4" r:id="rId2"/>
    <p:sldId id="283" r:id="rId3"/>
  </p:sldIdLst>
  <p:sldSz cx="6858000" cy="9144000" type="screen4x3"/>
  <p:notesSz cx="9906000" cy="68072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9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366FF"/>
    <a:srgbClr val="FF6600"/>
    <a:srgbClr val="5F5F5F"/>
    <a:srgbClr val="DDDDDD"/>
    <a:srgbClr val="C0C0C0"/>
    <a:srgbClr val="777777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13" autoAdjust="0"/>
    <p:restoredTop sz="94660"/>
  </p:normalViewPr>
  <p:slideViewPr>
    <p:cSldViewPr>
      <p:cViewPr varScale="1">
        <p:scale>
          <a:sx n="86" d="100"/>
          <a:sy n="86" d="100"/>
        </p:scale>
        <p:origin x="3054" y="90"/>
      </p:cViewPr>
      <p:guideLst>
        <p:guide orient="horz" pos="2880"/>
        <p:guide pos="19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-396" y="-90"/>
      </p:cViewPr>
      <p:guideLst>
        <p:guide orient="horz" pos="2144"/>
        <p:guide pos="31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10225" y="0"/>
            <a:ext cx="42941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292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10225" y="6465888"/>
            <a:ext cx="42941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286427-9D8C-42EA-83A2-65EA5B3F9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3180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10225" y="0"/>
            <a:ext cx="42941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97325" y="509588"/>
            <a:ext cx="1914525" cy="2554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3233738"/>
            <a:ext cx="7924800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5888"/>
            <a:ext cx="4292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10225" y="6465888"/>
            <a:ext cx="42941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7997E19-CD0C-41B0-8048-74E0DDD7E1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46755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997325" y="509588"/>
            <a:ext cx="1914525" cy="25542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7E19-CD0C-41B0-8048-74E0DDD7E1EC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1997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35B3E-32DE-4557-BBB8-17327DD152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862F9-0AA5-4EBC-BE6E-D8C40FFD23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38383-C32F-48C2-BD67-DC94FB3CC3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E06C3-C90B-4F97-ACF2-785C464AA9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84C9B-54EA-49B3-AFCE-11C09B2C31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9D3E3-8788-4843-826D-C60F4986FD4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61DA0-D7E5-49A1-AA53-4579501804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63729-5D8A-42DC-838C-2C5F82B15F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89F73-802F-40E1-AF9E-D2CF9E1949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87F21-E46A-4C6D-BE2D-3DC88743F54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C6DF0-7869-463F-B7CB-98D7EA3CF4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42900" y="2133600"/>
            <a:ext cx="6172200" cy="6034088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11769-C30C-4AF8-A9FB-822A6E3FB1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6A2495E-D5C7-4E15-9EE1-3178BD1E02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연세로고체" pitchFamily="18" charset="-127"/>
          <a:ea typeface="연세로고체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lnSpc>
          <a:spcPct val="110000"/>
        </a:lnSpc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lnSpc>
          <a:spcPct val="110000"/>
        </a:lnSpc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lnSpc>
          <a:spcPct val="110000"/>
        </a:lnSpc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lnSpc>
          <a:spcPct val="110000"/>
        </a:lnSpc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351223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7" y="324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09444"/>
              </p:ext>
            </p:extLst>
          </p:nvPr>
        </p:nvGraphicFramePr>
        <p:xfrm>
          <a:off x="393585" y="1553202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6.2.1.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취약환자 서비스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6.2.1.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4.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실종 및 유괴 대처 매뉴얼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2023.01.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91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87618"/>
              </p:ext>
            </p:extLst>
          </p:nvPr>
        </p:nvGraphicFramePr>
        <p:xfrm>
          <a:off x="162627" y="1763688"/>
          <a:ext cx="6532746" cy="6813729"/>
        </p:xfrm>
        <a:graphic>
          <a:graphicData uri="http://schemas.openxmlformats.org/drawingml/2006/table">
            <a:tbl>
              <a:tblPr/>
              <a:tblGrid>
                <a:gridCol w="58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1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7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행동 요령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담당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전단계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보호자 교육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① 보호자가 아이와 항상 함께 있도록 교육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② 보호자에게 실종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유괴 예방수칙 교육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전 근무자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실종 및 유괴 접수  또는 목격 시 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① 최초 발견 근무자는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보안팀에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연락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44915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58ED5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)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및 출입문 통제 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②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Code Pink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발령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요청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번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)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 -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출입문 통제 안내 방송 및 아이 인상착의 설명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③ 출입 통제에 따른 행동강령 준수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최초 발견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근무자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83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2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행동요령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① 비상연락망 가동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: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각 단위병원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승강기감시실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81416)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  <a:defRPr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주차관제실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78101)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사무팀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314325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circleNumDbPlain" startAt="2"/>
                        <a:tabLst>
                          <a:tab pos="4398963" algn="l"/>
                        </a:tabLst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모든 출입구 통제 후 검문 검색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  <a:defRPr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-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유괴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의심자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및 아이의 인상착의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이동경로 파악 후 즉각 대처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-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검문검색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: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출입문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엘리베이터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비상계단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연결통로 차단하고  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 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검문검색 실시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사무팀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)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-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모든 엘리베이터는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층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또는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로비층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에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정지하도록 통제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승강기감시실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-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보안팀과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주차관제실의 협조 하에 주요 통로 봉쇄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승강기감시실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주차관제실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4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기타 조치 사항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①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보안팀과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사무팀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경영지원팀은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긴밀한 연락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② 보호자와 관련 부서와의 긴밀한 연락체계 유지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③ 원내 책임자에게 보고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④ 방재센터 폐쇄회로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TV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자료 확보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81470)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⑤ 경찰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112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연락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방재센터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41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4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관할 경찰서와 협조 체계 구축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① 경찰과 연계하여 최대한 협조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② 서대문경찰서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112,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02-362-0112)</a:t>
                      </a:r>
                    </a:p>
                    <a:p>
                      <a:pPr marL="271463" marR="0" lvl="0" indent="-1857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98963" algn="l"/>
                        </a:tabLst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③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종료 후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Code Pink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해제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요청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원내 ☎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번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3366FF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경영지원팀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1424237" y="780113"/>
            <a:ext cx="3929090" cy="695543"/>
          </a:xfrm>
          <a:prstGeom prst="roundRect">
            <a:avLst/>
          </a:prstGeom>
          <a:solidFill>
            <a:srgbClr val="9BBB59">
              <a:lumMod val="40000"/>
              <a:lumOff val="60000"/>
              <a:alpha val="69804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1" kern="0" dirty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086" name="직사각형 6"/>
          <p:cNvSpPr>
            <a:spLocks noChangeArrowheads="1"/>
          </p:cNvSpPr>
          <p:nvPr/>
        </p:nvSpPr>
        <p:spPr bwMode="auto">
          <a:xfrm>
            <a:off x="1170994" y="832314"/>
            <a:ext cx="4824413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b="1" dirty="0">
                <a:solidFill>
                  <a:srgbClr val="FF00FF"/>
                </a:solidFill>
                <a:latin typeface="+mj-lt"/>
                <a:ea typeface="나눔고딕 ExtraBold" pitchFamily="50" charset="-127"/>
              </a:rPr>
              <a:t>실종 및 유괴 </a:t>
            </a:r>
            <a:r>
              <a:rPr kumimoji="0" lang="ko-KR" altLang="en-US" b="1" dirty="0">
                <a:latin typeface="+mj-lt"/>
                <a:ea typeface="나눔고딕 ExtraBold" pitchFamily="50" charset="-127"/>
              </a:rPr>
              <a:t>대처 매뉴얼</a:t>
            </a:r>
            <a:endParaRPr kumimoji="0" lang="en-US" altLang="ko-KR" b="1" dirty="0">
              <a:latin typeface="+mj-lt"/>
              <a:ea typeface="나눔고딕 ExtraBold" pitchFamily="50" charset="-127"/>
            </a:endParaRPr>
          </a:p>
          <a:p>
            <a:pPr algn="ctr"/>
            <a:r>
              <a:rPr kumimoji="0" lang="en-US" altLang="ko-KR" sz="1600" b="1" dirty="0">
                <a:latin typeface="+mj-lt"/>
                <a:ea typeface="나눔고딕 ExtraBold" pitchFamily="50" charset="-127"/>
              </a:rPr>
              <a:t>(Manual for </a:t>
            </a:r>
            <a:r>
              <a:rPr kumimoji="0" lang="en-US" altLang="ko-KR" sz="1600" b="1" dirty="0">
                <a:solidFill>
                  <a:srgbClr val="FF00FF"/>
                </a:solidFill>
                <a:latin typeface="+mj-lt"/>
                <a:ea typeface="나눔고딕 ExtraBold" pitchFamily="50" charset="-127"/>
              </a:rPr>
              <a:t>Code Pink</a:t>
            </a:r>
            <a:r>
              <a:rPr kumimoji="0" lang="en-US" altLang="ko-KR" sz="1600" b="1" dirty="0">
                <a:latin typeface="+mj-lt"/>
                <a:ea typeface="나눔고딕 ExtraBold" pitchFamily="50" charset="-127"/>
              </a:rPr>
              <a:t>)</a:t>
            </a:r>
            <a:endParaRPr kumimoji="0" lang="ko-KR" altLang="en-US" sz="1600" b="1" dirty="0">
              <a:latin typeface="+mj-lt"/>
              <a:ea typeface="나눔고딕 ExtraBold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3296" y="8820472"/>
            <a:ext cx="667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바탕" panose="02030600000101010101" pitchFamily="18" charset="-127"/>
                <a:ea typeface="바탕" panose="02030600000101010101" pitchFamily="18" charset="-127"/>
              </a:rPr>
              <a:t>1 | 1</a:t>
            </a:r>
            <a:endParaRPr lang="ko-KR" altLang="en-US" sz="110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1A9434-B97D-45EF-B98E-1EEE84897AF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351223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7AADCE89-A2EE-43FD-A3F8-646D4D80A676}"/>
              </a:ext>
            </a:extLst>
          </p:cNvPr>
          <p:cNvSpPr txBox="1"/>
          <p:nvPr/>
        </p:nvSpPr>
        <p:spPr>
          <a:xfrm>
            <a:off x="5927467" y="324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연세로고체"/>
        <a:ea typeface="연세로고체"/>
        <a:cs typeface=""/>
      </a:majorFont>
      <a:minorFont>
        <a:latin typeface="휴먼엑스포"/>
        <a:ea typeface="휴먼엑스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1283</TotalTime>
  <Words>297</Words>
  <Application>Microsoft Office PowerPoint</Application>
  <PresentationFormat>화면 슬라이드 쇼(4:3)</PresentationFormat>
  <Paragraphs>63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굴림</vt:lpstr>
      <vt:lpstr>나눔고딕 ExtraBold</vt:lpstr>
      <vt:lpstr>맑은 고딕</vt:lpstr>
      <vt:lpstr>바탕</vt:lpstr>
      <vt:lpstr>연세로고체</vt:lpstr>
      <vt:lpstr>연세소제목체</vt:lpstr>
      <vt:lpstr>휴먼엑스포</vt:lpstr>
      <vt:lpstr>Times New Roman</vt:lpstr>
      <vt:lpstr>기본 디자인</vt:lpstr>
      <vt:lpstr>PowerPoint 프레젠테이션</vt:lpstr>
      <vt:lpstr>PowerPoint 프레젠테이션</vt:lpstr>
    </vt:vector>
  </TitlesOfParts>
  <Company>연세대학교 의료원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안전관리 코드  (Safety Codes)</dc:title>
  <dc:creator>hjshin</dc:creator>
  <cp:lastModifiedBy>김나영(환자안전팀)</cp:lastModifiedBy>
  <cp:revision>327</cp:revision>
  <cp:lastPrinted>2014-12-05T00:16:33Z</cp:lastPrinted>
  <dcterms:created xsi:type="dcterms:W3CDTF">2007-04-19T23:56:51Z</dcterms:created>
  <dcterms:modified xsi:type="dcterms:W3CDTF">2025-04-01T11:46:47Z</dcterms:modified>
</cp:coreProperties>
</file>